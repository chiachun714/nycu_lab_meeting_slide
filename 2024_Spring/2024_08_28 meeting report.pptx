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94" r:id="rId3"/>
    <p:sldId id="295" r:id="rId4"/>
    <p:sldId id="296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均 簡" userId="853819b13743579f" providerId="LiveId" clId="{9FD83E18-3E06-438B-BF66-A698D0D82BA0}"/>
    <pc:docChg chg="custSel addSld modSld">
      <pc:chgData name="嘉均 簡" userId="853819b13743579f" providerId="LiveId" clId="{9FD83E18-3E06-438B-BF66-A698D0D82BA0}" dt="2024-08-28T05:26:02.055" v="149"/>
      <pc:docMkLst>
        <pc:docMk/>
      </pc:docMkLst>
      <pc:sldChg chg="modSp mod">
        <pc:chgData name="嘉均 簡" userId="853819b13743579f" providerId="LiveId" clId="{9FD83E18-3E06-438B-BF66-A698D0D82BA0}" dt="2024-08-28T05:24:56.713" v="148" actId="20577"/>
        <pc:sldMkLst>
          <pc:docMk/>
          <pc:sldMk cId="2981016354" sldId="294"/>
        </pc:sldMkLst>
        <pc:spChg chg="mod">
          <ac:chgData name="嘉均 簡" userId="853819b13743579f" providerId="LiveId" clId="{9FD83E18-3E06-438B-BF66-A698D0D82BA0}" dt="2024-08-28T05:24:56.713" v="148" actId="20577"/>
          <ac:spMkLst>
            <pc:docMk/>
            <pc:sldMk cId="2981016354" sldId="294"/>
            <ac:spMk id="10" creationId="{7C713D23-974C-4181-9FEF-93A19A6D4719}"/>
          </ac:spMkLst>
        </pc:spChg>
      </pc:sldChg>
      <pc:sldChg chg="delSp modSp add mod">
        <pc:chgData name="嘉均 簡" userId="853819b13743579f" providerId="LiveId" clId="{9FD83E18-3E06-438B-BF66-A698D0D82BA0}" dt="2024-08-28T05:19:00.519" v="143" actId="1076"/>
        <pc:sldMkLst>
          <pc:docMk/>
          <pc:sldMk cId="2479560092" sldId="295"/>
        </pc:sldMkLst>
        <pc:spChg chg="mod">
          <ac:chgData name="嘉均 簡" userId="853819b13743579f" providerId="LiveId" clId="{9FD83E18-3E06-438B-BF66-A698D0D82BA0}" dt="2024-08-28T05:18:52.379" v="141" actId="20577"/>
          <ac:spMkLst>
            <pc:docMk/>
            <pc:sldMk cId="2479560092" sldId="295"/>
            <ac:spMk id="5" creationId="{52C9CFC8-97B7-40C2-88BC-4B89FD014CD9}"/>
          </ac:spMkLst>
        </pc:spChg>
        <pc:spChg chg="del">
          <ac:chgData name="嘉均 簡" userId="853819b13743579f" providerId="LiveId" clId="{9FD83E18-3E06-438B-BF66-A698D0D82BA0}" dt="2024-08-28T05:18:58.985" v="142" actId="478"/>
          <ac:spMkLst>
            <pc:docMk/>
            <pc:sldMk cId="2479560092" sldId="295"/>
            <ac:spMk id="10" creationId="{7C713D23-974C-4181-9FEF-93A19A6D4719}"/>
          </ac:spMkLst>
        </pc:spChg>
        <pc:picChg chg="mod">
          <ac:chgData name="嘉均 簡" userId="853819b13743579f" providerId="LiveId" clId="{9FD83E18-3E06-438B-BF66-A698D0D82BA0}" dt="2024-08-28T05:19:00.519" v="143" actId="1076"/>
          <ac:picMkLst>
            <pc:docMk/>
            <pc:sldMk cId="2479560092" sldId="295"/>
            <ac:picMk id="12" creationId="{00CFD1CB-B506-4371-948C-CCB64BE3CD20}"/>
          </ac:picMkLst>
        </pc:picChg>
      </pc:sldChg>
      <pc:sldChg chg="add">
        <pc:chgData name="嘉均 簡" userId="853819b13743579f" providerId="LiveId" clId="{9FD83E18-3E06-438B-BF66-A698D0D82BA0}" dt="2024-08-28T05:26:02.055" v="149"/>
        <pc:sldMkLst>
          <pc:docMk/>
          <pc:sldMk cId="3777362782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27C74-F750-4932-BEAA-F9B8C527E41F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A1789-0180-4EF5-B8E5-3F86B259C4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552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A16F1-5C57-489D-9636-609D52193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70BF71F-B91B-4426-8204-9861304D1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EFACAE-FB1F-440B-ACD1-8C99DA27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B8879E-8AF5-4443-B6C0-E2B1A7EB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04BC0F-54B5-4F86-ABFB-598E7146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64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497D9B-46B3-4305-BE8E-B1D31991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153E7C-9F0F-45A5-99D4-0B2D27F4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3AF685-70B1-445F-8031-718A86D0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2EDCEE-91F1-45D8-A45E-1487A83B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CB155-8D1A-4BDB-A260-AE0085E4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183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DD495-E998-47B0-A1BF-E66096A05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5B3585-5B79-48AC-A749-CEAFEE223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CE86E0-64C4-49DC-9750-3DE860A4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A9DE33-3B94-4EAC-9167-8B0FEB34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95625D-CE1F-426E-8EA2-C488C7C1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36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73F1F-B856-4A35-899C-5F0D8A8D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83543D-E557-4E1C-82CB-4849FFA78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B52928-2D7D-4C9F-89CE-D3DC7C8F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3B8C8A-D880-4CA3-9DD9-E764E271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28B193-694D-4412-B371-7B130BFA5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48E36C-F0AE-4A63-A94E-B2FF0081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03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C59BB1-F1FB-41C7-9E35-61312065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1BDD4C-A658-44A6-93BB-39C4B9259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AD1F08-DCFE-4BBC-9F38-7293ED904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40B327F-D8B9-4F62-9023-B8E871DA1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B508FDE-A1C3-4288-9E3D-EBABB8EF5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D88C716-8C10-4B1B-A353-E0873AB3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D1D3201-E1FB-4F50-A081-21992B5A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F55D53C-39B9-4538-858A-6CE969C3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94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6FFA1-917D-4441-A835-28444DE3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B52C9E7-5D3D-42C8-8FA6-AD3B9B4C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FF9287-6310-4F51-AB09-F7339A8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4453A5-11D3-4D5E-8E4C-E2C14570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87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4E8988F-C93D-4752-A128-07FA7F1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CC0BDE6-6BF1-447C-920B-6C219652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657607-D788-40A9-B6FD-C55AB668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0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6C06D-3899-4A0D-A174-D3A926A9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7BBA4D-7E6A-487E-8B58-EC7AAAB7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676CB72-40D5-46E6-8D42-9E2C94E07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FD567F-4B46-4698-A5C1-91832BA5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E2337A-B257-4CBE-81C1-0FB7F58C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307629-0069-45F9-AB8B-117973EB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99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58085D-645F-4AD5-9670-7A2888C0D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30E2E94-0F0F-4CEC-8997-34BF1A091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03AB1FF-92FA-49FF-AE40-D8CF71F72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0BAF63-6DF4-45B7-ADA1-43593A0A7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43106A-64D7-48DB-90D2-3C9ECF9E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5D5184-4C4C-426F-8EA4-BD90BC79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92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F97FE9-1EBC-43EE-905B-AB4775D3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973DD9-A557-485C-B18B-253496088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20613A-2769-4EF1-B42B-2ED788C9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26588C-95A9-4C8F-B53A-1A0F3EBF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21E2FF-E5D2-4C72-855A-019D9312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946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D2AB20D-BB54-4734-8D88-B975E22F7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B2C59F-4F71-4A66-9B67-DD3513462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946079-9E8C-4299-A3E5-D1C09644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3B5B94-2A8D-4FC1-9E5F-46BCFE88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BDCD9B-CF55-493C-B161-816BED15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0638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0D138A1-074C-4F56-B603-73DB7D09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38AD7C-02C4-413F-932B-A5F188C0E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9DD764-A833-4065-934E-760A333DC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89AA9-1866-417D-B9F4-1832E72F02DC}" type="datetimeFigureOut">
              <a:rPr lang="zh-TW" altLang="en-US" smtClean="0"/>
              <a:t>2024/8/28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4CDDF7-FA1D-4482-A796-BD31AA859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C486BB-6A5B-4B83-94BA-94D31D6C1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26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2024/08/28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已經完成的部分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將資料集的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 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的狀聲詞移除並轉成 </a:t>
            </a:r>
            <a:r>
              <a:rPr lang="en-US" altLang="zh-TW" sz="2000" dirty="0" err="1">
                <a:latin typeface="Consolas" panose="020B0609020204030204" pitchFamily="49" charset="0"/>
                <a:ea typeface="標楷體" panose="03000509000000000000" pitchFamily="65" charset="-120"/>
              </a:rPr>
              <a:t>TextGrid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 format 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的程式</a:t>
            </a: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把狀聲詞加入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Dictionary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下一個步驟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用產生好的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與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Dictionary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做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force alignment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產生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vowel-level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從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vowel-level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用 </a:t>
            </a:r>
            <a:r>
              <a:rPr lang="en-US" altLang="zh-TW" sz="2000" dirty="0" err="1">
                <a:latin typeface="Consolas" panose="020B0609020204030204" pitchFamily="49" charset="0"/>
                <a:ea typeface="標楷體" panose="03000509000000000000" pitchFamily="65" charset="-120"/>
              </a:rPr>
              <a:t>Parselmouth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統計每種音素的平均共振峰頻率</a:t>
            </a: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驗證結果是否跟論文一樣</a:t>
            </a: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101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force alignment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步驟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0CFD1CB-B506-4371-948C-CCB64BE3C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519" y="1462800"/>
            <a:ext cx="73914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6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Implementing gender-dependent vowel-level analysis for boosting</a:t>
            </a:r>
            <a:b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</a:b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speech-based depression recognition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統計 </a:t>
            </a:r>
            <a:r>
              <a:rPr lang="en-US" altLang="zh-TW" sz="2400" dirty="0">
                <a:ea typeface="標楷體" panose="03000509000000000000" pitchFamily="65" charset="-120"/>
              </a:rPr>
              <a:t>DAIC-WOZ </a:t>
            </a:r>
            <a:r>
              <a:rPr lang="zh-TW" altLang="en-US" sz="2400" dirty="0">
                <a:ea typeface="標楷體" panose="03000509000000000000" pitchFamily="65" charset="-120"/>
              </a:rPr>
              <a:t>資料集中，男性與女性</a:t>
            </a:r>
            <a:r>
              <a:rPr lang="en-US" altLang="zh-TW" sz="2400" dirty="0">
                <a:ea typeface="標楷體" panose="03000509000000000000" pitchFamily="65" charset="-120"/>
              </a:rPr>
              <a:t>15</a:t>
            </a:r>
            <a:r>
              <a:rPr lang="zh-TW" altLang="en-US" sz="2400" dirty="0">
                <a:ea typeface="標楷體" panose="03000509000000000000" pitchFamily="65" charset="-120"/>
              </a:rPr>
              <a:t>種音素</a:t>
            </a:r>
            <a:r>
              <a:rPr lang="en-US" altLang="zh-TW" sz="2400" dirty="0">
                <a:ea typeface="標楷體" panose="03000509000000000000" pitchFamily="65" charset="-120"/>
              </a:rPr>
              <a:t>(phoneme)</a:t>
            </a:r>
            <a:r>
              <a:rPr lang="zh-TW" altLang="en-US" sz="2400" dirty="0">
                <a:ea typeface="標楷體" panose="03000509000000000000" pitchFamily="65" charset="-120"/>
              </a:rPr>
              <a:t>的第一、第二共振峰頻率</a:t>
            </a:r>
            <a:r>
              <a:rPr lang="en-US" altLang="zh-TW" sz="2400" dirty="0">
                <a:ea typeface="標楷體" panose="03000509000000000000" pitchFamily="65" charset="-120"/>
              </a:rPr>
              <a:t>(formant frequency)</a:t>
            </a:r>
            <a:r>
              <a:rPr lang="zh-TW" altLang="en-US" sz="2400" dirty="0">
                <a:ea typeface="標楷體" panose="03000509000000000000" pitchFamily="65" charset="-120"/>
              </a:rPr>
              <a:t>的平均值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12F12A5-0A5A-495A-A241-1E415BB72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8" y="2204173"/>
            <a:ext cx="9426779" cy="465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62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218</Words>
  <Application>Microsoft Office PowerPoint</Application>
  <PresentationFormat>寬螢幕</PresentationFormat>
  <Paragraphs>51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Consolas</vt:lpstr>
      <vt:lpstr>Office 佈景主題</vt:lpstr>
      <vt:lpstr>2024/08/28 Meeting Report</vt:lpstr>
      <vt:lpstr>目前進度</vt:lpstr>
      <vt:lpstr>force alignment 步驟</vt:lpstr>
      <vt:lpstr>Implementing gender-dependent vowel-level analysis for boosting speech-based depression recognition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2024/08/28 Meeting Report</dc:title>
  <dc:creator>嘉均 簡</dc:creator>
  <cp:lastModifiedBy>嘉均 簡</cp:lastModifiedBy>
  <cp:revision>2</cp:revision>
  <dcterms:created xsi:type="dcterms:W3CDTF">2024-08-28T05:05:35Z</dcterms:created>
  <dcterms:modified xsi:type="dcterms:W3CDTF">2024-08-28T05:26:09Z</dcterms:modified>
</cp:coreProperties>
</file>