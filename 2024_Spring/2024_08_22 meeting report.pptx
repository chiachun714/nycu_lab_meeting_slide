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94" r:id="rId3"/>
    <p:sldId id="311" r:id="rId4"/>
    <p:sldId id="312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0C72A-0569-4610-9FDC-987A479E68E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DA53A-752A-4E05-A94F-E5FC256536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352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474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39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9CB2C-75E8-4A97-BD56-4D013443D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0257DB-7902-479C-AD7E-623B4ECA0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6C3033-30A8-48E7-BA4E-E91967719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0B2FF2-ABEB-4988-865C-7D2C3A421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DEAAAD-E3BF-409E-93FD-F4D8809B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961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9D0B65-0737-46A4-B5A5-EF3EB301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FDB815-356F-4BE0-86F0-C6AFD12CB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4E78CE-98E9-4FF9-85BA-375FDE5D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50046A-B910-4D77-B7DC-90120A9F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013578-E520-494C-8E08-EF77BCB8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383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6520E-09A5-47E9-AA36-E26300AC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41D8ED-3EFE-4F03-9024-4F115866F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AEF3AB-A4B1-4A47-BF9C-6CE862F4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E7DE57-6137-4945-B1E0-19DB5244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5163A1-B73E-48A1-9645-3202E69B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65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54D79-0061-4424-9ADF-745158CF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1A6E19-FC89-4627-BFF3-4E5380CC7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9EA970-F746-4F3C-A5EF-B3D67F887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6A7721-C735-4D35-BC50-9463CDE5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A5493E7-224E-4050-B024-1602A536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510A9C-C4E0-44DF-8508-0ACA630D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262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5C412-365A-4284-9B59-E1C52718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D02952-E15A-4918-B194-5160D9C3A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D54D7E-3A22-4D2F-BD60-9D2056161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C527B3C-0765-4382-92EA-26C6A1106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5F12F6D-280C-49A8-AA67-AA6729918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CEA2C55-C2CC-468B-9DDB-E1614E5A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3794B-EACB-468E-8668-6FA94B38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60F8F99-1F33-4EDC-83B0-15F24D1D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890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53378-08AB-47D1-B9CC-E3286AA8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983B43-72E0-44EC-84AA-27540EB4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66AC993-A572-475A-9403-39B5374AE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53C09A-1C19-4ABA-817F-FEDA87A0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02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B6AE11-075C-4998-A4FC-EF0556FF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EC9375D-B5FC-43AB-9527-A421E30A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AA82FA-512E-4624-AF96-45988DC6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07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2B730-4BAE-4078-9B87-C397FB93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E586B-9B5B-481A-8058-FDD2D21A5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D034F2-1C11-47D9-BA7F-29EA13ABC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93B4B4-4AC2-47E1-87AF-C2EF1A31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63FC78-F7CC-4383-9A10-41FEF383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6BF3D4-F07F-4314-80CC-9AB00F85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24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4FE7DF-71DF-4253-82BC-903A0242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19CFC64-1966-4300-B963-5A70DF42C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07B10CA-C76E-400A-9AD4-1977F638F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2D07A0-54D2-4F46-A6C9-401CAA7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213F8B-8CBA-468C-9924-0629568B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4B33A9-45FE-4CF8-94B3-3DF6D725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13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906512-286D-45A8-9A50-B4DC7912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F128707-5BB2-424F-BDAE-66E0DCBD2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AC809D-4B9E-49AC-B5C8-8BCDCD86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999A2E-E27B-4813-A4AA-A86992CB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7345B4-3EAF-4150-8793-2BB4D041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4B89F5D-6250-4966-BF41-5324802B7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4B707E-BCB0-41A0-B829-60F78A4C7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2F1DA8-3428-436D-A49F-41B4DFF2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B71681-2463-4918-9A14-BB80435A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682EA4-049A-4132-A42A-578B9F2F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42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895671A-25A9-4816-B1A1-6F4B4905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385533-AA84-4A51-B91D-C1A596298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A4CD51-D24E-4638-BF0B-8C7FA3845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6FEAB-C2C3-47DF-8AC6-9268073FC377}" type="datetimeFigureOut">
              <a:rPr lang="zh-TW" altLang="en-US" smtClean="0"/>
              <a:t>2024/8/22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1A6BFC-FD1D-4FB4-A40F-DCF73A725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DB7899-FF5D-451A-B305-192DE5A39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71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2024/08/22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已經找出資料集裡面所有的狀聲詞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latin typeface="Consolas" panose="020B0609020204030204" pitchFamily="49" charset="0"/>
              </a:rPr>
              <a:t>c</a:t>
            </a:r>
            <a:r>
              <a:rPr lang="en-US" altLang="zh-TW" sz="2000" b="0" dirty="0">
                <a:effectLst/>
                <a:latin typeface="Consolas" panose="020B0609020204030204" pitchFamily="49" charset="0"/>
              </a:rPr>
              <a:t>rying, clears throat,</a:t>
            </a:r>
            <a:r>
              <a:rPr lang="en-US" altLang="zh-TW" sz="2000" dirty="0">
                <a:latin typeface="Consolas" panose="020B0609020204030204" pitchFamily="49" charset="0"/>
              </a:rPr>
              <a:t> </a:t>
            </a:r>
            <a:r>
              <a:rPr lang="en-US" altLang="zh-TW" sz="2000" b="0" dirty="0">
                <a:effectLst/>
                <a:latin typeface="Consolas" panose="020B0609020204030204" pitchFamily="49" charset="0"/>
              </a:rPr>
              <a:t>lip-smacking, makes clicking sounds with mouth … etc.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下一個步驟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產生 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Montreal Forced Aligner</a:t>
            </a: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可以使用的 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transcript file </a:t>
            </a: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格式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b="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Prosodylab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-aligner format</a:t>
            </a:r>
          </a:p>
          <a:p>
            <a:pPr lvl="1">
              <a:lnSpc>
                <a:spcPct val="100000"/>
              </a:lnSpc>
            </a:pPr>
            <a:r>
              <a:rPr lang="en-US" altLang="zh-TW" sz="2000" b="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TextGrid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format</a:t>
            </a:r>
          </a:p>
          <a:p>
            <a:pPr lvl="1"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101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狀聲詞的處理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第一種方式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將 </a:t>
            </a:r>
            <a:r>
              <a:rPr lang="en-US" altLang="zh-TW" sz="2400" dirty="0">
                <a:ea typeface="標楷體" panose="03000509000000000000" pitchFamily="65" charset="-120"/>
              </a:rPr>
              <a:t>transcript file </a:t>
            </a:r>
            <a:r>
              <a:rPr lang="zh-TW" altLang="en-US" sz="2400" dirty="0">
                <a:ea typeface="標楷體" panose="03000509000000000000" pitchFamily="65" charset="-120"/>
              </a:rPr>
              <a:t>裡面的狀聲詞標示刪掉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第二種方式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將狀聲詞對應的 </a:t>
            </a:r>
            <a:r>
              <a:rPr lang="en-US" altLang="zh-TW" sz="2400" dirty="0">
                <a:ea typeface="標楷體" panose="03000509000000000000" pitchFamily="65" charset="-120"/>
              </a:rPr>
              <a:t>marker </a:t>
            </a:r>
            <a:r>
              <a:rPr lang="zh-TW" altLang="en-US" sz="2400" dirty="0">
                <a:ea typeface="標楷體" panose="03000509000000000000" pitchFamily="65" charset="-120"/>
              </a:rPr>
              <a:t>加入 </a:t>
            </a:r>
            <a:r>
              <a:rPr lang="en-US" altLang="zh-TW" sz="2400" dirty="0">
                <a:ea typeface="標楷體" panose="03000509000000000000" pitchFamily="65" charset="-120"/>
              </a:rPr>
              <a:t>Dictionary </a:t>
            </a:r>
            <a:r>
              <a:rPr lang="zh-TW" altLang="en-US" sz="2400" dirty="0">
                <a:ea typeface="標楷體" panose="03000509000000000000" pitchFamily="65" charset="-120"/>
              </a:rPr>
              <a:t>裡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97267F2-0D1C-469D-AE25-6E80E069E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54104"/>
            <a:ext cx="12192000" cy="40755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BD11137-1BB6-40DE-A67A-89D0C2195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614628"/>
            <a:ext cx="10001250" cy="409575"/>
          </a:xfrm>
          <a:prstGeom prst="rect">
            <a:avLst/>
          </a:prstGeom>
        </p:spPr>
      </p:pic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108953B4-C73C-4742-B0C8-FAFC3085C06D}"/>
              </a:ext>
            </a:extLst>
          </p:cNvPr>
          <p:cNvSpPr/>
          <p:nvPr/>
        </p:nvSpPr>
        <p:spPr>
          <a:xfrm>
            <a:off x="4719155" y="3081587"/>
            <a:ext cx="327171" cy="4781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48407F43-2E97-4618-8AA9-253F5C18CD34}"/>
              </a:ext>
            </a:extLst>
          </p:cNvPr>
          <p:cNvSpPr/>
          <p:nvPr/>
        </p:nvSpPr>
        <p:spPr>
          <a:xfrm>
            <a:off x="1625714" y="2348818"/>
            <a:ext cx="1577131" cy="785548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E349C986-BCAC-458E-BB0E-EA3DFD2A668B}"/>
              </a:ext>
            </a:extLst>
          </p:cNvPr>
          <p:cNvSpPr/>
          <p:nvPr/>
        </p:nvSpPr>
        <p:spPr>
          <a:xfrm>
            <a:off x="5782460" y="2348818"/>
            <a:ext cx="1577131" cy="785548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ECC00E9-F1C8-4997-A473-8A3E6187A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418" y="4306656"/>
            <a:ext cx="3330345" cy="211043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39786086-9A05-4C66-BACE-8E04A80BD6FC}"/>
              </a:ext>
            </a:extLst>
          </p:cNvPr>
          <p:cNvSpPr txBox="1"/>
          <p:nvPr/>
        </p:nvSpPr>
        <p:spPr>
          <a:xfrm>
            <a:off x="2609717" y="4609047"/>
            <a:ext cx="2667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&lt;laughter&gt; </a:t>
            </a:r>
            <a:r>
              <a:rPr lang="en-US" altLang="zh-TW" sz="2400" dirty="0" err="1"/>
              <a:t>spn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/>
              <a:t>&lt;cough&gt; </a:t>
            </a:r>
            <a:r>
              <a:rPr lang="en-US" altLang="zh-TW" sz="2400" dirty="0" err="1"/>
              <a:t>spn</a:t>
            </a:r>
            <a:endParaRPr lang="zh-TW" altLang="en-US" sz="2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1D402E5-B4AF-46B9-AB27-8B186CC2D5BB}"/>
              </a:ext>
            </a:extLst>
          </p:cNvPr>
          <p:cNvSpPr txBox="1"/>
          <p:nvPr/>
        </p:nvSpPr>
        <p:spPr>
          <a:xfrm>
            <a:off x="1173804" y="5556383"/>
            <a:ext cx="5778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‘</a:t>
            </a:r>
            <a:r>
              <a:rPr lang="en-US" altLang="zh-TW" sz="2000" b="1" dirty="0" err="1"/>
              <a:t>spn</a:t>
            </a:r>
            <a:r>
              <a:rPr lang="en-US" altLang="zh-TW" sz="2000" b="1" dirty="0"/>
              <a:t>’ </a:t>
            </a:r>
            <a:r>
              <a:rPr lang="en-US" altLang="zh-TW" sz="2000" dirty="0"/>
              <a:t>indicates that these markers should be aligned with noise or non-speech content in the audio</a:t>
            </a:r>
            <a:endParaRPr lang="zh-TW" altLang="en-US" sz="2000" dirty="0"/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5E190ADD-FF16-4477-AC06-D8D04B0572F1}"/>
              </a:ext>
            </a:extLst>
          </p:cNvPr>
          <p:cNvSpPr/>
          <p:nvPr/>
        </p:nvSpPr>
        <p:spPr>
          <a:xfrm>
            <a:off x="4897115" y="4916401"/>
            <a:ext cx="1807127" cy="351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080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FE131F5F-0997-47E0-8220-2A17F866C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264046"/>
            <a:ext cx="11553825" cy="3810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82421BDC-C4D2-443A-BC68-1C5CABB1D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34175"/>
            <a:ext cx="12192000" cy="383451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口吃音的處理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將 </a:t>
            </a:r>
            <a:r>
              <a:rPr lang="en-US" altLang="zh-TW" sz="2400" dirty="0">
                <a:ea typeface="標楷體" panose="03000509000000000000" pitchFamily="65" charset="-120"/>
              </a:rPr>
              <a:t>transcript file </a:t>
            </a:r>
            <a:r>
              <a:rPr lang="zh-TW" altLang="en-US" sz="2400" dirty="0">
                <a:ea typeface="標楷體" panose="03000509000000000000" pitchFamily="65" charset="-120"/>
              </a:rPr>
              <a:t>裡面口吃音的雙括號刪掉，前一個單字也刪掉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108953B4-C73C-4742-B0C8-FAFC3085C06D}"/>
              </a:ext>
            </a:extLst>
          </p:cNvPr>
          <p:cNvSpPr/>
          <p:nvPr/>
        </p:nvSpPr>
        <p:spPr>
          <a:xfrm>
            <a:off x="5613326" y="2692668"/>
            <a:ext cx="327171" cy="4781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48407F43-2E97-4618-8AA9-253F5C18CD34}"/>
              </a:ext>
            </a:extLst>
          </p:cNvPr>
          <p:cNvSpPr/>
          <p:nvPr/>
        </p:nvSpPr>
        <p:spPr>
          <a:xfrm>
            <a:off x="5578376" y="2061300"/>
            <a:ext cx="796953" cy="488953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09D8C2C8-CC0B-4FBA-AF5A-4ABB77D2B4EA}"/>
              </a:ext>
            </a:extLst>
          </p:cNvPr>
          <p:cNvSpPr/>
          <p:nvPr/>
        </p:nvSpPr>
        <p:spPr>
          <a:xfrm>
            <a:off x="4110301" y="1998393"/>
            <a:ext cx="1468075" cy="617172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E49F6E3D-E383-491D-A218-9348C14714DD}"/>
              </a:ext>
            </a:extLst>
          </p:cNvPr>
          <p:cNvSpPr/>
          <p:nvPr/>
        </p:nvSpPr>
        <p:spPr>
          <a:xfrm>
            <a:off x="4520836" y="3223648"/>
            <a:ext cx="647003" cy="461795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5E41B1CC-6126-4981-9809-B0F8B25A8734}"/>
              </a:ext>
            </a:extLst>
          </p:cNvPr>
          <p:cNvCxnSpPr/>
          <p:nvPr/>
        </p:nvCxnSpPr>
        <p:spPr>
          <a:xfrm>
            <a:off x="4227747" y="1711354"/>
            <a:ext cx="1107347" cy="1090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478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235</Words>
  <Application>Microsoft Office PowerPoint</Application>
  <PresentationFormat>寬螢幕</PresentationFormat>
  <Paragraphs>46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-apple-system</vt:lpstr>
      <vt:lpstr>標楷體</vt:lpstr>
      <vt:lpstr>Arial</vt:lpstr>
      <vt:lpstr>Calibri</vt:lpstr>
      <vt:lpstr>Calibri Light</vt:lpstr>
      <vt:lpstr>Consolas</vt:lpstr>
      <vt:lpstr>Office 佈景主題</vt:lpstr>
      <vt:lpstr>2024/08/22 Meeting Report</vt:lpstr>
      <vt:lpstr>目前進度</vt:lpstr>
      <vt:lpstr>狀聲詞的處理</vt:lpstr>
      <vt:lpstr>口吃音的處理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2024/08/07 Meeting Report</dc:title>
  <dc:creator>嘉均 簡</dc:creator>
  <cp:lastModifiedBy>嘉均 簡</cp:lastModifiedBy>
  <cp:revision>14</cp:revision>
  <dcterms:created xsi:type="dcterms:W3CDTF">2024-08-07T06:03:09Z</dcterms:created>
  <dcterms:modified xsi:type="dcterms:W3CDTF">2024-08-22T07:26:40Z</dcterms:modified>
</cp:coreProperties>
</file>