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332" r:id="rId3"/>
    <p:sldId id="354" r:id="rId4"/>
    <p:sldId id="355" r:id="rId5"/>
    <p:sldId id="357" r:id="rId6"/>
    <p:sldId id="356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F744C-C3D7-4081-9DFA-6B95CD506B5A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57EEA-9B0E-4DB5-8CE6-B3EC1C36CD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69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249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252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79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9939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602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44C4AB-BB78-4AD8-8AC6-D878211F2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D602D5-5DF4-459E-834A-39D43DCA3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9DFC97-CF4F-4800-BCE0-EC43FC35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2D1A12-29B9-4914-9679-88A31D0EC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50A44B-360D-4D5D-B988-46F71D85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99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1095FA-A270-45F1-BF3F-BD4D5817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641C69-4203-4894-A117-E96FFF50A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C776DE-D237-49BE-8950-2669D0DC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94A966-1349-4C4B-A067-4517CB5E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5609E9-2CBB-4E4F-90D9-C0036FBD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25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12ED93-BBF5-4C3A-B52D-3942DBE45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C828A7-7C0A-48BF-8FA4-B75A779D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A10422-3359-424C-AA24-CA136B46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2B0928-86A4-4201-8355-A948E0C2C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BBA404-B670-4CE9-9B88-41287009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64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35600B-FFD4-48F9-95D0-3F98D427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CC563E-068E-4AEA-A1D0-CD53499E8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50CC91-598A-400D-A60E-5A80B537E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5D4AAF-BD60-478F-9111-72AE1ECF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7CF662-3391-4503-BE16-37510120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4A54C3-E12B-4401-A81C-ECE67D94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11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3ADC2-819D-4D07-8AA6-9E97DA96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07E1A6-B0D8-499D-97B0-233B237A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F210AD-8E67-47BD-9E78-67644D933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0D1FDF-FB5D-4B1E-847B-0F88BC111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4E51C28-D92A-457A-B9C8-E85D59B98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60A5D6E-DBB8-4457-B758-0BBDA95D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350E468-A040-4FE8-B9E8-AA8EC7057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2ACBF7C-2E49-41B7-B55E-FBD3A83E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86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10DE3A-9AE2-4CAA-89EB-A080E0E8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9449E3-843D-42F0-9B03-028AA55C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AF2B59F-F67F-46B9-8B52-2C8140FD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425A62-3C44-456C-9F0E-5F9AB885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66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2FB50F3-B552-4474-9C20-63010B7F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34EA9A-882F-4B5D-A9D7-53313EF1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52C827-A51D-4928-AD2C-F7038889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43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039DAB-0D95-4309-83F8-D2D51FB2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2469B6-ACB7-4D43-8D90-1870E3D02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9A83429-BE8D-454E-965C-DB67A3509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ECCF78-D477-4AC5-8C90-F9D1AA39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F90BB1-3879-4509-9BFB-FFB12BE1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12A0C5-B804-4C30-A37D-4212A604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094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08E5C0-E27E-41AB-BADA-EB2760431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16F7B67-28CF-407A-BEF2-E672DFD7B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39DA6C-AA65-4352-849D-1EF1653CE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B77901-CA33-4593-B879-0C8DD43A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F49CC0-448A-4672-93D6-FD1E6D82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3BBB75-1208-4DAE-A41E-F205D666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17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4933E9-2442-41C1-BE6F-6AB6517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111AC7-935A-477F-8546-53FD48903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A82C1D-F0EF-4A44-9257-AD82DE3F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D9FC00-D9B4-4C9D-B4FE-3F6AE1EA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D43F58-EC8B-47B2-8313-430BAD1C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342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32D0AC2-F1D9-4B06-B884-416FCD153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3A51D72-0BC5-4B51-9615-E76541BB0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D8338B-69C9-4910-96FB-7CDBD508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20733D-F8C2-4170-B85B-C2E1A907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900D9F-1570-42F5-B485-168AD3FE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537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4442477-0EF2-48DD-9E0E-6FB1D949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B717B0-7C23-4663-B6C9-04E34070C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D44F0C-2A35-46FF-A8B1-CDA86C542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1AD12-7FAA-48A7-8895-AFE8BEBD0190}" type="datetimeFigureOut">
              <a:rPr lang="zh-TW" altLang="en-US" smtClean="0"/>
              <a:t>2025/8/5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71741F-9351-4E79-9733-10E25ECDE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BC4D2C-11A7-4491-BEC0-90C458E28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46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2025/08/05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2374246-F992-4F59-B8F5-BD82653D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897" y="1081998"/>
            <a:ext cx="5074204" cy="469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3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Plus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會員各模型使用上限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55824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GPT-4o: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40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3</a:t>
            </a:r>
            <a:r>
              <a:rPr lang="zh-TW" altLang="en-US" dirty="0">
                <a:ea typeface="標楷體" panose="03000509000000000000" pitchFamily="65" charset="-120"/>
              </a:rPr>
              <a:t>小時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/>
              <a:t>GPT-4.1:</a:t>
            </a:r>
            <a:r>
              <a:rPr lang="zh-TW" altLang="en-US" dirty="0"/>
              <a:t> </a:t>
            </a:r>
            <a:r>
              <a:rPr lang="en-US" altLang="zh-TW" dirty="0">
                <a:ea typeface="標楷體" panose="03000509000000000000" pitchFamily="65" charset="-120"/>
              </a:rPr>
              <a:t>40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3</a:t>
            </a:r>
            <a:r>
              <a:rPr lang="zh-TW" altLang="en-US" dirty="0">
                <a:ea typeface="標楷體" panose="03000509000000000000" pitchFamily="65" charset="-120"/>
              </a:rPr>
              <a:t>小時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GPT-o3: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100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</a:t>
            </a:r>
            <a:r>
              <a:rPr lang="zh-TW" altLang="en-US" dirty="0">
                <a:ea typeface="標楷體" panose="03000509000000000000" pitchFamily="65" charset="-120"/>
              </a:rPr>
              <a:t>一周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GPT-o4-mini: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300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</a:t>
            </a:r>
            <a:r>
              <a:rPr lang="zh-TW" altLang="en-US" dirty="0">
                <a:ea typeface="標楷體" panose="03000509000000000000" pitchFamily="65" charset="-120"/>
              </a:rPr>
              <a:t>每日，</a:t>
            </a:r>
            <a:r>
              <a:rPr lang="en-US" altLang="zh-TW" dirty="0">
                <a:ea typeface="標楷體" panose="03000509000000000000" pitchFamily="65" charset="-120"/>
              </a:rPr>
              <a:t>UTC 00:00 </a:t>
            </a:r>
            <a:r>
              <a:rPr lang="zh-TW" altLang="en-US" dirty="0">
                <a:ea typeface="標楷體" panose="03000509000000000000" pitchFamily="65" charset="-120"/>
              </a:rPr>
              <a:t>重置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GPT-o4-mini-high: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100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</a:t>
            </a:r>
            <a:r>
              <a:rPr lang="zh-TW" altLang="en-US" dirty="0">
                <a:ea typeface="標楷體" panose="03000509000000000000" pitchFamily="65" charset="-120"/>
              </a:rPr>
              <a:t>每日，</a:t>
            </a:r>
            <a:r>
              <a:rPr lang="en-US" altLang="zh-TW" dirty="0">
                <a:ea typeface="標楷體" panose="03000509000000000000" pitchFamily="65" charset="-120"/>
              </a:rPr>
              <a:t>UTC 00:00 </a:t>
            </a:r>
            <a:r>
              <a:rPr lang="zh-TW" altLang="en-US" dirty="0">
                <a:ea typeface="標楷體" panose="03000509000000000000" pitchFamily="65" charset="-120"/>
              </a:rPr>
              <a:t>重置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375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55C13E2-18A5-4ED4-BA50-43E38A141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37" y="361950"/>
            <a:ext cx="7553325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0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55824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考慮使用 </a:t>
            </a:r>
            <a:r>
              <a:rPr lang="en-US" altLang="zh-TW" dirty="0">
                <a:ea typeface="標楷體" panose="03000509000000000000" pitchFamily="65" charset="-120"/>
              </a:rPr>
              <a:t>GPT-4o</a:t>
            </a:r>
            <a:r>
              <a:rPr lang="zh-TW" altLang="en-US" dirty="0">
                <a:ea typeface="標楷體" panose="03000509000000000000" pitchFamily="65" charset="-120"/>
              </a:rPr>
              <a:t> 與 </a:t>
            </a:r>
            <a:r>
              <a:rPr lang="en-US" altLang="zh-TW" dirty="0">
                <a:ea typeface="標楷體" panose="03000509000000000000" pitchFamily="65" charset="-120"/>
              </a:rPr>
              <a:t>GPT-o4-mini</a:t>
            </a:r>
            <a:r>
              <a:rPr lang="zh-TW" altLang="en-US" dirty="0">
                <a:ea typeface="標楷體" panose="03000509000000000000" pitchFamily="65" charset="-120"/>
              </a:rPr>
              <a:t> 做問卷分數預測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考慮升級至 </a:t>
            </a:r>
            <a:r>
              <a:rPr lang="en-US" altLang="zh-TW" dirty="0">
                <a:ea typeface="標楷體" panose="03000509000000000000" pitchFamily="65" charset="-120"/>
              </a:rPr>
              <a:t>pro</a:t>
            </a:r>
            <a:r>
              <a:rPr lang="zh-TW" altLang="en-US" dirty="0">
                <a:ea typeface="標楷體" panose="03000509000000000000" pitchFamily="65" charset="-120"/>
              </a:rPr>
              <a:t> 會員</a:t>
            </a: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86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72C1B120-8867-44F2-897D-7AEDB882D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340" y="0"/>
            <a:ext cx="7101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56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248</Words>
  <Application>Microsoft Office PowerPoint</Application>
  <PresentationFormat>寬螢幕</PresentationFormat>
  <Paragraphs>47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Office 佈景主題</vt:lpstr>
      <vt:lpstr>2025/08/05 Meeting Report</vt:lpstr>
      <vt:lpstr>PowerPoint 簡報</vt:lpstr>
      <vt:lpstr>Plus 會員各模型使用上限</vt:lpstr>
      <vt:lpstr>PowerPoint 簡報</vt:lpstr>
      <vt:lpstr>後續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2025/08/05 Meeting Report</dc:title>
  <dc:creator>嘉均 簡</dc:creator>
  <cp:lastModifiedBy>嘉均 簡</cp:lastModifiedBy>
  <cp:revision>10</cp:revision>
  <dcterms:created xsi:type="dcterms:W3CDTF">2025-08-05T01:53:06Z</dcterms:created>
  <dcterms:modified xsi:type="dcterms:W3CDTF">2025-08-06T06:59:08Z</dcterms:modified>
</cp:coreProperties>
</file>