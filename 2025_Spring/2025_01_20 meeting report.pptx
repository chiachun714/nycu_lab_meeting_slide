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16" r:id="rId3"/>
    <p:sldId id="317" r:id="rId4"/>
    <p:sldId id="318" r:id="rId5"/>
    <p:sldId id="319" r:id="rId6"/>
    <p:sldId id="315" r:id="rId7"/>
    <p:sldId id="320" r:id="rId8"/>
    <p:sldId id="309" r:id="rId9"/>
    <p:sldId id="310" r:id="rId1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83FCE3-478C-431E-87AB-BE170C516E69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F28D4C-F25D-4326-8B73-8471B974A06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3185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9AA43A8-D8AF-4A57-B3C3-ACEB87B86596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0039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788546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03496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57170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5435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299934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671766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34302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一般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都會根據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batch size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做一些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scale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的操作。這裏用的是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lr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x </a:t>
            </a:r>
            <a:r>
              <a:rPr lang="en-US" altLang="zh-TW" b="1" i="0" dirty="0" err="1">
                <a:solidFill>
                  <a:srgbClr val="4A4A4A"/>
                </a:solidFill>
                <a:effectLst/>
                <a:latin typeface="-apple-system"/>
              </a:rPr>
              <a:t>batch_size</a:t>
            </a:r>
            <a:r>
              <a:rPr lang="en-US" altLang="zh-TW" b="1" i="0" dirty="0">
                <a:solidFill>
                  <a:srgbClr val="4A4A4A"/>
                </a:solidFill>
                <a:effectLst/>
                <a:latin typeface="-apple-system"/>
              </a:rPr>
              <a:t> / 256</a:t>
            </a:r>
            <a:r>
              <a:rPr lang="zh-TW" altLang="en-US" b="1" i="0" dirty="0">
                <a:solidFill>
                  <a:srgbClr val="4A4A4A"/>
                </a:solidFill>
                <a:effectLst/>
                <a:latin typeface="-apple-system"/>
              </a:rPr>
              <a:t>」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。</a:t>
            </a:r>
            <a:endParaRPr lang="en-US" altLang="zh-TW" b="0" i="0" dirty="0">
              <a:solidFill>
                <a:srgbClr val="4A4A4A"/>
              </a:solidFill>
              <a:effectLst/>
              <a:latin typeface="-apple-system"/>
            </a:endParaRP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小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under-fitting</a:t>
            </a:r>
          </a:p>
          <a:p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Learning rate </a:t>
            </a:r>
            <a:r>
              <a:rPr lang="zh-TW" altLang="en-US" b="0" i="0" dirty="0">
                <a:solidFill>
                  <a:srgbClr val="4A4A4A"/>
                </a:solidFill>
                <a:effectLst/>
                <a:latin typeface="-apple-system"/>
              </a:rPr>
              <a:t>大 </a:t>
            </a:r>
            <a:r>
              <a:rPr lang="en-US" altLang="zh-TW" b="0" i="0" dirty="0">
                <a:solidFill>
                  <a:srgbClr val="4A4A4A"/>
                </a:solidFill>
                <a:effectLst/>
                <a:latin typeface="-apple-system"/>
              </a:rPr>
              <a:t>unstable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4F9977A-F9B1-4E82-8DFA-4B4DCD30651E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460977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704A3D9-15E9-4086-9416-05789441AE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27BC534-F64A-4BAC-AEAD-A2043EDB35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5E37C9-7BD0-4DCD-910F-A6C7E31F4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166B29-95AE-40F6-8B6C-FF04BA8E0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546CC68-0B78-449E-A300-BE6492469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17320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E531F92-87DB-4A03-B534-2E8C2272C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5A9A84-0B06-42E3-A6FF-CF152780A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249F61-91D8-4AF1-93F3-4427C1189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055F53-6359-4ED8-A61B-0C03615B20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0631735-F8E1-4AA6-BD18-E480F6D97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8927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BB6B74-1F25-4025-89D1-3FD1370B5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0B2351E-9E60-47C4-AC59-64AF7079B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E1937E6-660F-4C46-B477-20D78A462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E888549-25B1-4EE2-9D8F-AC4917253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F290F1E-C4BD-4C66-8A1E-6256F22BC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4122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B89A568-1BE1-48A2-8EC9-EC98EE6E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5B1E703-6AEA-4325-825F-B5AB5725C0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6A186C0-B94D-4AE8-88EB-EE7520C2DA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A219445-A430-4EDA-8CDB-750FA05D9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BE602F1-C8E8-4B65-9D11-BECA640DC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782FA8A-4374-4FE7-A684-E9EBD090A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935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85D98E-0400-4C92-8B1C-79D3D446E9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181CD2-678D-4171-82ED-EDEBC8424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4ED527C-AF3D-4030-AC73-974CD0A6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E005D37-5DAA-46A4-8847-C428339D73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37FFD1D8-DC2F-464F-89CB-3F309D56C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3D14D72-90B7-4AC4-B35E-60D8ECFF6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72E2AB7-7C06-44A2-A09A-917A67E23B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C5C4994-9C35-4585-BEE1-2A20ECA1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3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789B3A-3305-4A3A-923B-289F25A93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F0A53EE-3FEF-46D9-AD75-6B57192FD2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0DFCF92-E46E-48EF-9432-0891C63C7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BBE9FF3-5389-491A-9627-8F6B0E76A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2513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75B2888-479E-47E0-9AC3-845F29035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6B3824-EEA0-4AE9-8D56-A9C632F78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CB8FA32-B005-4772-AF93-98857F7F5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5369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BAD46B-27BE-4814-B1C5-162EC11E7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0203E8E-E52C-494C-BFB6-4BF1B07A17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EF397A1-5A73-47E6-9B11-690946815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4C03C9A-8DCB-47E9-A1E4-3ED3B7BEA6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80F470-6778-420B-8A93-97709E635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DEB09AE-4183-4A3C-8287-043BA88F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02521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39FF56-56A6-4B6F-85AE-6B5E79B75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7A72E51C-DBFB-49CB-845F-6F7CF244A0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88C8888-AFD5-4943-AE5C-0A2C0A57C7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E9F613C-0A88-4A59-A82F-6F3B0703B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BBA4FC6-D27B-4EDF-8C76-C345F6EFF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B4B0F6-359D-41DA-B573-2A00027B5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087432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2C750-B0A2-4D3A-ADB4-A3FEFF6F12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691C6F4-772F-460D-A51A-467DF1BC033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121F333-A86D-4708-9A90-D71590455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AD49260-352E-42E8-B5DA-5197516C7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621D93-B296-4823-8786-B95B850B7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431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1DF3E2F-06A1-4089-BE94-1797AE548A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4D3E8AD-73C8-4B6A-BCBC-395990E4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02683CB-806B-4713-80FE-D73D13C63E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A8DB0B-6413-4B1A-BBD1-239E300399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0EEF2E-64CC-4AD1-BB5E-A81D308A5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63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689BA23D-A74C-4150-84B3-E3B034C7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DC9E99D-3205-4DD3-9389-F2797F2D08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09D3FC5-709C-45C3-8758-28B4444F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91045B-A1E6-44A0-A725-97F99BB28122}" type="datetimeFigureOut">
              <a:rPr lang="zh-TW" altLang="en-US" smtClean="0"/>
              <a:t>2025/1/20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FF4EEB-2F90-43FE-B9DF-6B99A51632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A55A917-BCBC-4D9F-9061-BB1B977B64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39E302-4139-4D9D-989B-DA70CE82B6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884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6782A-F7CF-4A5C-9F5E-8B26F42F92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0421" y="1041400"/>
            <a:ext cx="10631155" cy="2387600"/>
          </a:xfrm>
        </p:spPr>
        <p:txBody>
          <a:bodyPr>
            <a:normAutofit/>
          </a:bodyPr>
          <a:lstStyle/>
          <a:p>
            <a:r>
              <a:rPr lang="en-US" altLang="zh-TW" sz="4400" b="1" dirty="0"/>
              <a:t>2024/01/20</a:t>
            </a:r>
            <a:r>
              <a:rPr lang="zh-TW" altLang="en-US" sz="4400" b="1" dirty="0"/>
              <a:t> </a:t>
            </a:r>
            <a:r>
              <a:rPr lang="en-US" altLang="zh-TW" sz="4400" b="1" dirty="0"/>
              <a:t>Meeting Report</a:t>
            </a:r>
            <a:endParaRPr lang="zh-TW" altLang="en-US" sz="4400" dirty="0"/>
          </a:p>
        </p:txBody>
      </p:sp>
    </p:spTree>
    <p:extLst>
      <p:ext uri="{BB962C8B-B14F-4D97-AF65-F5344CB8AC3E}">
        <p14:creationId xmlns:p14="http://schemas.microsoft.com/office/powerpoint/2010/main" val="327590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使用其他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Metric 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的實驗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104DF41A-6155-4996-9BA5-612E827CA41A}"/>
              </a:ext>
            </a:extLst>
          </p:cNvPr>
          <p:cNvSpPr txBox="1">
            <a:spLocks/>
          </p:cNvSpPr>
          <p:nvPr/>
        </p:nvSpPr>
        <p:spPr>
          <a:xfrm>
            <a:off x="686465" y="1069592"/>
            <a:ext cx="8127186" cy="64301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Micro F1 score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Macro F1 score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Weighted F1 score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ROC curve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ROC AUC Score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PR curve for class 0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PR curve for class 1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PR AUC score for class 0</a:t>
            </a:r>
          </a:p>
          <a:p>
            <a:pPr>
              <a:lnSpc>
                <a:spcPct val="100000"/>
              </a:lnSpc>
            </a:pPr>
            <a:r>
              <a:rPr lang="en-US" altLang="zh-TW" sz="3200" dirty="0">
                <a:ea typeface="標楷體" panose="03000509000000000000" pitchFamily="65" charset="-120"/>
              </a:rPr>
              <a:t>PR AUC score for class 1</a:t>
            </a: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3200" dirty="0"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77982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Micro F1 score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574DA18-AA7D-434E-A6ED-4FAD8BF98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1466369"/>
            <a:ext cx="10820400" cy="4143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3059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Macro F1 score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FF03174-FB05-4224-8151-C2960E088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192" y="1090393"/>
            <a:ext cx="9099826" cy="5091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1420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Weighted F1 score</a:t>
            </a: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AC41DDB-50A3-416C-BF75-F52AA1713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990927"/>
            <a:ext cx="9427986" cy="487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90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補足之前實驗其他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Metric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的數值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6FA9D9E-F354-4479-A821-7C1CC750D5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341523"/>
            <a:ext cx="12192000" cy="1598369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8CF6C03-8B52-4DB0-A90C-4578084AE0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117759"/>
            <a:ext cx="12192000" cy="1600700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DF923B9F-8CA5-454D-B852-EDEBFCB788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4952152"/>
            <a:ext cx="12192000" cy="158407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CA388875-D823-4258-B47B-9C4F2ADBD5F9}"/>
              </a:ext>
            </a:extLst>
          </p:cNvPr>
          <p:cNvSpPr txBox="1"/>
          <p:nvPr/>
        </p:nvSpPr>
        <p:spPr>
          <a:xfrm>
            <a:off x="7066326" y="729370"/>
            <a:ext cx="5125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Total: 35, </a:t>
            </a:r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</a:rPr>
              <a:t>Class 0: 23</a:t>
            </a:r>
            <a:r>
              <a:rPr lang="en-US" altLang="zh-TW" sz="2800" dirty="0"/>
              <a:t>, </a:t>
            </a:r>
            <a:r>
              <a:rPr lang="en-US" altLang="zh-TW" sz="2800" dirty="0">
                <a:solidFill>
                  <a:schemeClr val="accent2">
                    <a:lumMod val="50000"/>
                  </a:schemeClr>
                </a:solidFill>
              </a:rPr>
              <a:t>Class 1: 12</a:t>
            </a:r>
            <a:endParaRPr lang="zh-TW" altLang="en-US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867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補足之前實驗其他 </a:t>
            </a:r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Metric</a:t>
            </a:r>
            <a:r>
              <a:rPr lang="zh-TW" altLang="en-US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 的數值</a:t>
            </a:r>
            <a:endParaRPr lang="en-US" altLang="zh-TW" sz="3200" dirty="0">
              <a:latin typeface="Calibri" panose="020F0502020204030204" pitchFamily="34" charset="0"/>
              <a:ea typeface="標楷體" panose="03000509000000000000" pitchFamily="65" charset="-120"/>
              <a:cs typeface="Calibri" panose="020F0502020204030204" pitchFamily="34" charset="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CA388875-D823-4258-B47B-9C4F2ADBD5F9}"/>
              </a:ext>
            </a:extLst>
          </p:cNvPr>
          <p:cNvSpPr txBox="1"/>
          <p:nvPr/>
        </p:nvSpPr>
        <p:spPr>
          <a:xfrm>
            <a:off x="7066326" y="729370"/>
            <a:ext cx="51256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800" dirty="0"/>
              <a:t>Total: 35, </a:t>
            </a:r>
            <a:r>
              <a:rPr lang="en-US" altLang="zh-TW" sz="2800" dirty="0">
                <a:solidFill>
                  <a:schemeClr val="accent1">
                    <a:lumMod val="75000"/>
                  </a:schemeClr>
                </a:solidFill>
              </a:rPr>
              <a:t>Class 0: 23</a:t>
            </a:r>
            <a:r>
              <a:rPr lang="en-US" altLang="zh-TW" sz="2800" dirty="0"/>
              <a:t>, </a:t>
            </a:r>
            <a:r>
              <a:rPr lang="en-US" altLang="zh-TW" sz="2800" dirty="0">
                <a:solidFill>
                  <a:schemeClr val="accent2">
                    <a:lumMod val="50000"/>
                  </a:schemeClr>
                </a:solidFill>
              </a:rPr>
              <a:t>Class 1: 12</a:t>
            </a:r>
            <a:endParaRPr lang="zh-TW" altLang="en-US" sz="28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7323EDC8-09B0-4CF3-99FE-D82D1E71E8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8898" y="1317604"/>
            <a:ext cx="7287106" cy="533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6005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77" y="18255"/>
            <a:ext cx="11744588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Self-supervised representations in speech-based depression detection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C790674B-9EC5-4D00-A32E-9E8F49D8D015}"/>
              </a:ext>
            </a:extLst>
          </p:cNvPr>
          <p:cNvSpPr txBox="1">
            <a:spLocks/>
          </p:cNvSpPr>
          <p:nvPr/>
        </p:nvSpPr>
        <p:spPr>
          <a:xfrm>
            <a:off x="838199" y="145650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914400" lvl="2" indent="0">
              <a:lnSpc>
                <a:spcPct val="100000"/>
              </a:lnSpc>
              <a:buNone/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89D7743D-A038-42D5-A08A-57BCFCBC10B9}"/>
              </a:ext>
            </a:extLst>
          </p:cNvPr>
          <p:cNvSpPr txBox="1">
            <a:spLocks/>
          </p:cNvSpPr>
          <p:nvPr/>
        </p:nvSpPr>
        <p:spPr>
          <a:xfrm>
            <a:off x="838199" y="1343818"/>
            <a:ext cx="10515600" cy="53134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endParaRPr lang="en-US" altLang="zh-TW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>
              <a:lnSpc>
                <a:spcPct val="100000"/>
              </a:lnSpc>
            </a:pPr>
            <a:endParaRPr lang="en-US" altLang="zh-TW" sz="2400" dirty="0">
              <a:ea typeface="標楷體" panose="03000509000000000000" pitchFamily="65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2400" dirty="0">
              <a:ea typeface="標楷體" panose="03000509000000000000" pitchFamily="65" charset="-12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397D837-56CD-4F5A-8292-4773FA0EC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725144"/>
            <a:ext cx="12192000" cy="3789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10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1">
            <a:extLst>
              <a:ext uri="{FF2B5EF4-FFF2-40B4-BE49-F238E27FC236}">
                <a16:creationId xmlns:a16="http://schemas.microsoft.com/office/drawing/2014/main" id="{52C9CFC8-97B7-40C2-88BC-4B89FD014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8255"/>
            <a:ext cx="10906387" cy="1325563"/>
          </a:xfrm>
        </p:spPr>
        <p:txBody>
          <a:bodyPr>
            <a:normAutofit/>
          </a:bodyPr>
          <a:lstStyle/>
          <a:p>
            <a:r>
              <a:rPr lang="en-US" altLang="zh-TW" sz="3200" dirty="0">
                <a:latin typeface="Calibri" panose="020F0502020204030204" pitchFamily="34" charset="0"/>
                <a:ea typeface="標楷體" panose="03000509000000000000" pitchFamily="65" charset="-120"/>
                <a:cs typeface="Calibri" panose="020F0502020204030204" pitchFamily="34" charset="0"/>
              </a:rPr>
              <a:t>Data augmentation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93832E0-6D06-4DC7-8FF0-B892A91EB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59384" y="950031"/>
            <a:ext cx="7104733" cy="5907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71274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5698</TotalTime>
  <Words>382</Words>
  <Application>Microsoft Office PowerPoint</Application>
  <PresentationFormat>寬螢幕</PresentationFormat>
  <Paragraphs>98</Paragraphs>
  <Slides>9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9</vt:i4>
      </vt:variant>
    </vt:vector>
  </HeadingPairs>
  <TitlesOfParts>
    <vt:vector size="14" baseType="lpstr">
      <vt:lpstr>-apple-system</vt:lpstr>
      <vt:lpstr>Arial</vt:lpstr>
      <vt:lpstr>Calibri</vt:lpstr>
      <vt:lpstr>Calibri Light</vt:lpstr>
      <vt:lpstr>Office 佈景主題</vt:lpstr>
      <vt:lpstr>2024/01/20 Meeting Report</vt:lpstr>
      <vt:lpstr>使用其他 Metric 的實驗</vt:lpstr>
      <vt:lpstr>Micro F1 score</vt:lpstr>
      <vt:lpstr>Macro F1 score</vt:lpstr>
      <vt:lpstr>Weighted F1 score</vt:lpstr>
      <vt:lpstr>補足之前實驗其他 Metric 的數值</vt:lpstr>
      <vt:lpstr>補足之前實驗其他 Metric 的數值</vt:lpstr>
      <vt:lpstr>Self-supervised representations in speech-based depression detection</vt:lpstr>
      <vt:lpstr>Data augmentation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2024/11/26 Meeting Report</dc:title>
  <dc:creator>嘉均 簡</dc:creator>
  <cp:lastModifiedBy>嘉均 簡</cp:lastModifiedBy>
  <cp:revision>75</cp:revision>
  <dcterms:created xsi:type="dcterms:W3CDTF">2024-11-26T08:17:58Z</dcterms:created>
  <dcterms:modified xsi:type="dcterms:W3CDTF">2025-01-20T08:30:55Z</dcterms:modified>
</cp:coreProperties>
</file>