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315" r:id="rId3"/>
    <p:sldId id="328" r:id="rId4"/>
    <p:sldId id="311" r:id="rId5"/>
    <p:sldId id="331" r:id="rId6"/>
    <p:sldId id="326" r:id="rId7"/>
    <p:sldId id="329" r:id="rId8"/>
    <p:sldId id="330" r:id="rId9"/>
    <p:sldId id="309" r:id="rId10"/>
    <p:sldId id="310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83FCE3-478C-431E-87AB-BE170C516E69}" type="datetimeFigureOut">
              <a:rPr lang="zh-TW" altLang="en-US" smtClean="0"/>
              <a:t>2025/1/14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28D4C-F25D-4326-8B73-8471B974A0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3185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9993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4294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7856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5660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5608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96579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6040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34302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6097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04A3D9-15E9-4086-9416-05789441AE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27BC534-F64A-4BAC-AEAD-A2043EDB3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5E37C9-7BD0-4DCD-910F-A6C7E31F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166B29-95AE-40F6-8B6C-FF04BA8E0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546CC68-0B78-449E-A300-BE649246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1732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531F92-87DB-4A03-B534-2E8C2272C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5A9A84-0B06-42E3-A6FF-CF152780A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249F61-91D8-4AF1-93F3-4427C1189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055F53-6359-4ED8-A61B-0C03615B2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631735-F8E1-4AA6-BD18-E480F6D97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8927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BB6B74-1F25-4025-89D1-3FD1370B5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0B2351E-9E60-47C4-AC59-64AF7079B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1937E6-660F-4C46-B477-20D78A462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E888549-25B1-4EE2-9D8F-AC4917253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290F1E-C4BD-4C66-8A1E-6256F22BC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4122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89A568-1BE1-48A2-8EC9-EC98EE6E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B1E703-6AEA-4325-825F-B5AB5725C0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6A186C0-B94D-4AE8-88EB-EE7520C2D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A219445-A430-4EDA-8CDB-750FA05D9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BE602F1-C8E8-4B65-9D11-BECA640DC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782FA8A-4374-4FE7-A684-E9EBD090A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935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85D98E-0400-4C92-8B1C-79D3D446E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3181CD2-678D-4171-82ED-EDEBC8424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4ED527C-AF3D-4030-AC73-974CD0A69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E005D37-5DAA-46A4-8847-C428339D73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7FFD1D8-DC2F-464F-89CB-3F309D56C7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3D14D72-90B7-4AC4-B35E-60D8ECFF6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72E2AB7-7C06-44A2-A09A-917A67E23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C5C4994-9C35-4585-BEE1-2A20ECA1F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53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789B3A-3305-4A3A-923B-289F25A93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F0A53EE-3FEF-46D9-AD75-6B57192FD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0DFCF92-E46E-48EF-9432-0891C63C7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BBE9FF3-5389-491A-9627-8F6B0E76A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2513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75B2888-479E-47E0-9AC3-845F29035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F6B3824-EEA0-4AE9-8D56-A9C632F78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B8FA32-B005-4772-AF93-98857F7F5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5369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BAD46B-27BE-4814-B1C5-162EC11E7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203E8E-E52C-494C-BFB6-4BF1B07A1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EF397A1-5A73-47E6-9B11-690946815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4C03C9A-8DCB-47E9-A1E4-3ED3B7BEA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80F470-6778-420B-8A93-97709E635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DEB09AE-4183-4A3C-8287-043BA88FF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0252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39FF56-56A6-4B6F-85AE-6B5E79B75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A72E51C-DBFB-49CB-845F-6F7CF244A0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88C8888-AFD5-4943-AE5C-0A2C0A57C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E9F613C-0A88-4A59-A82F-6F3B0703B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BBA4FC6-D27B-4EDF-8C76-C345F6EFF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AB4B0F6-359D-41DA-B573-2A00027B5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8743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E2C750-B0A2-4D3A-ADB4-A3FEFF6F1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691C6F4-772F-460D-A51A-467DF1BC0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21F333-A86D-4708-9A90-D71590455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AD49260-352E-42E8-B5DA-5197516C7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621D93-B296-4823-8786-B95B850B7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431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1DF3E2F-06A1-4089-BE94-1797AE548A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4D3E8AD-73C8-4B6A-BCBC-395990E46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2683CB-806B-4713-80FE-D73D13C63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A8DB0B-6413-4B1A-BBD1-239E30039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0EEF2E-64CC-4AD1-BB5E-A81D308A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63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89BA23D-A74C-4150-84B3-E3B034C76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DC9E99D-3205-4DD3-9389-F2797F2D0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9D3FC5-709C-45C3-8758-28B4444FC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1045B-A1E6-44A0-A725-97F99BB28122}" type="datetimeFigureOut">
              <a:rPr lang="zh-TW" altLang="en-US" smtClean="0"/>
              <a:t>2025/1/14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FF4EEB-2F90-43FE-B9DF-6B99A51632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55A917-BCBC-4D9F-9061-BB1B977B64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9884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2024/01/14</a:t>
            </a:r>
            <a:r>
              <a:rPr lang="zh-TW" altLang="en-US" sz="4400" b="1" dirty="0"/>
              <a:t> </a:t>
            </a:r>
            <a:r>
              <a:rPr lang="en-US" altLang="zh-TW" sz="4400" b="1" dirty="0"/>
              <a:t>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E5 model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的實驗數據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ABB5291-DF34-4A35-A112-2BE84562B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3773" y="1690279"/>
            <a:ext cx="6191250" cy="150495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1A34A7C3-8189-4BAE-A69E-AE6849C72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3773" y="3417116"/>
            <a:ext cx="6267450" cy="15240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6774A036-A4A1-4F98-933A-04B5419D3715}"/>
              </a:ext>
            </a:extLst>
          </p:cNvPr>
          <p:cNvSpPr txBox="1"/>
          <p:nvPr/>
        </p:nvSpPr>
        <p:spPr>
          <a:xfrm>
            <a:off x="720384" y="2084606"/>
            <a:ext cx="26267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First 20 seeds</a:t>
            </a:r>
            <a:endParaRPr lang="zh-TW" altLang="en-US" sz="32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66ED71B-0D0F-4201-84F2-55242A67EC78}"/>
              </a:ext>
            </a:extLst>
          </p:cNvPr>
          <p:cNvSpPr txBox="1"/>
          <p:nvPr/>
        </p:nvSpPr>
        <p:spPr>
          <a:xfrm>
            <a:off x="720384" y="3994944"/>
            <a:ext cx="3043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Second 20 seeds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832867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XLNet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的實驗數據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3AA92D3-82E5-4420-B2FB-FD1E41CF9DEB}"/>
              </a:ext>
            </a:extLst>
          </p:cNvPr>
          <p:cNvSpPr txBox="1"/>
          <p:nvPr/>
        </p:nvSpPr>
        <p:spPr>
          <a:xfrm>
            <a:off x="737161" y="2460577"/>
            <a:ext cx="26267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First 20 seeds</a:t>
            </a:r>
            <a:endParaRPr lang="zh-TW" altLang="en-US" sz="32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16A43DA-91DE-40DD-8F3D-6DD96D16217C}"/>
              </a:ext>
            </a:extLst>
          </p:cNvPr>
          <p:cNvSpPr txBox="1"/>
          <p:nvPr/>
        </p:nvSpPr>
        <p:spPr>
          <a:xfrm>
            <a:off x="737161" y="4370915"/>
            <a:ext cx="3043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Second 20 seeds</a:t>
            </a:r>
            <a:endParaRPr lang="zh-TW" altLang="en-US" sz="32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C27A91E-AFB2-48D0-9379-2E1DAB5CF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289" y="2014776"/>
            <a:ext cx="6715125" cy="147637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7F29946A-5837-4C4C-951B-6C01CA3C2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3289" y="4018757"/>
            <a:ext cx="6810375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537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Text model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實驗數據總結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E1EC6DA-CFCF-496D-91AF-F349B5608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77" y="2106288"/>
            <a:ext cx="5572049" cy="119031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2F5D638-4602-499A-8511-02C3C8B75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102" y="2106287"/>
            <a:ext cx="5925319" cy="119031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F2890168-C899-434A-B3DF-1E65B382E0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276" y="3498642"/>
            <a:ext cx="5271856" cy="115906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BC8FD85C-0D44-4706-959F-A833158800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2086" y="3444190"/>
            <a:ext cx="5526509" cy="1213513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E61058A9-8EE4-4932-B66A-502155DE74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275" y="4854045"/>
            <a:ext cx="5271856" cy="1281467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720F7072-6612-48D8-9735-7CB75A561D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2086" y="4805290"/>
            <a:ext cx="5526509" cy="1343832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EDEDC1E3-A72A-47DF-97B1-AB6C1BC47FC9}"/>
              </a:ext>
            </a:extLst>
          </p:cNvPr>
          <p:cNvSpPr txBox="1"/>
          <p:nvPr/>
        </p:nvSpPr>
        <p:spPr>
          <a:xfrm>
            <a:off x="1750835" y="1456508"/>
            <a:ext cx="26267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First 20 seeds</a:t>
            </a:r>
            <a:endParaRPr lang="zh-TW" altLang="en-US" sz="32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D165A58-688A-4F64-BC01-668F199E8789}"/>
              </a:ext>
            </a:extLst>
          </p:cNvPr>
          <p:cNvSpPr txBox="1"/>
          <p:nvPr/>
        </p:nvSpPr>
        <p:spPr>
          <a:xfrm>
            <a:off x="7187198" y="1465168"/>
            <a:ext cx="3043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Second 20 seeds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868221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Text model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實驗數據總結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A78ED1C7-BCC8-4B66-BC89-16C5CD70AA67}"/>
              </a:ext>
            </a:extLst>
          </p:cNvPr>
          <p:cNvSpPr txBox="1">
            <a:spLocks/>
          </p:cNvSpPr>
          <p:nvPr/>
        </p:nvSpPr>
        <p:spPr>
          <a:xfrm>
            <a:off x="627742" y="1338035"/>
            <a:ext cx="8127186" cy="2400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沒辦法看出一個趨勢</a:t>
            </a:r>
            <a:endParaRPr lang="en-US" altLang="zh-TW" sz="32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62432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後續實驗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756E0E1C-E165-44F5-8706-DB4835DEFFCB}"/>
              </a:ext>
            </a:extLst>
          </p:cNvPr>
          <p:cNvSpPr txBox="1">
            <a:spLocks/>
          </p:cNvSpPr>
          <p:nvPr/>
        </p:nvSpPr>
        <p:spPr>
          <a:xfrm>
            <a:off x="627741" y="1338035"/>
            <a:ext cx="10515599" cy="5012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使用不同 </a:t>
            </a:r>
            <a:r>
              <a:rPr lang="en-US" altLang="zh-TW" sz="3200" dirty="0">
                <a:ea typeface="標楷體" panose="03000509000000000000" pitchFamily="65" charset="-120"/>
              </a:rPr>
              <a:t>audio model (</a:t>
            </a:r>
            <a:r>
              <a:rPr lang="en-US" altLang="zh-TW" sz="3200" dirty="0" err="1">
                <a:ea typeface="標楷體" panose="03000509000000000000" pitchFamily="65" charset="-120"/>
              </a:rPr>
              <a:t>HuBERT</a:t>
            </a:r>
            <a:r>
              <a:rPr lang="zh-TW" altLang="en-US" sz="3200" dirty="0">
                <a:ea typeface="標楷體" panose="03000509000000000000" pitchFamily="65" charset="-120"/>
              </a:rPr>
              <a:t>、</a:t>
            </a:r>
            <a:r>
              <a:rPr lang="en-US" altLang="zh-TW" sz="3200" dirty="0" err="1">
                <a:ea typeface="標楷體" panose="03000509000000000000" pitchFamily="65" charset="-120"/>
              </a:rPr>
              <a:t>WavLM</a:t>
            </a:r>
            <a:r>
              <a:rPr lang="en-US" altLang="zh-TW" sz="3200" dirty="0">
                <a:ea typeface="標楷體" panose="03000509000000000000" pitchFamily="65" charset="-120"/>
              </a:rPr>
              <a:t>)</a:t>
            </a:r>
            <a:r>
              <a:rPr lang="zh-TW" altLang="en-US" sz="3200" dirty="0">
                <a:ea typeface="標楷體" panose="03000509000000000000" pitchFamily="65" charset="-120"/>
              </a:rPr>
              <a:t>產生其他的 </a:t>
            </a:r>
            <a:r>
              <a:rPr lang="en-US" altLang="zh-TW" sz="3200" dirty="0">
                <a:ea typeface="標楷體" panose="03000509000000000000" pitchFamily="65" charset="-120"/>
              </a:rPr>
              <a:t>transcript</a:t>
            </a:r>
          </a:p>
        </p:txBody>
      </p:sp>
    </p:spTree>
    <p:extLst>
      <p:ext uri="{BB962C8B-B14F-4D97-AF65-F5344CB8AC3E}">
        <p14:creationId xmlns:p14="http://schemas.microsoft.com/office/powerpoint/2010/main" val="3347329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RoBERTa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CLS token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實驗數據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CA5D262-0563-4550-BC01-6B312215A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662" y="1456508"/>
            <a:ext cx="7058025" cy="165735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875DA724-094A-4ED9-AFAF-A7B6141BB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662" y="5032421"/>
            <a:ext cx="7058025" cy="140616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63A9A4FB-5D70-4FE0-BDA4-CB00763241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3477" y="3307675"/>
            <a:ext cx="7174393" cy="1441237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1893C79-590D-429A-A69C-413AC1C99731}"/>
              </a:ext>
            </a:extLst>
          </p:cNvPr>
          <p:cNvSpPr txBox="1"/>
          <p:nvPr/>
        </p:nvSpPr>
        <p:spPr>
          <a:xfrm>
            <a:off x="510762" y="3708134"/>
            <a:ext cx="26267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Mean pooling</a:t>
            </a:r>
            <a:endParaRPr lang="zh-TW" altLang="en-US" sz="32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F356D1B-FB49-4EDC-928E-BA386B416B16}"/>
              </a:ext>
            </a:extLst>
          </p:cNvPr>
          <p:cNvSpPr txBox="1"/>
          <p:nvPr/>
        </p:nvSpPr>
        <p:spPr>
          <a:xfrm>
            <a:off x="461208" y="5343350"/>
            <a:ext cx="26267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CLS token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799280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RoBERTa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CLS token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實驗數據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E3CD06BE-03C3-4471-8162-D537537AF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33" y="1061508"/>
            <a:ext cx="11268075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942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Self-supervised representations in speech-based depression detection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397D837-56CD-4F5A-8292-4773FA0EC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5144"/>
            <a:ext cx="12192000" cy="378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710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Data augmentation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93832E0-6D06-4DC7-8FF0-B892A91EB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384" y="950031"/>
            <a:ext cx="7104733" cy="590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27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5635</TotalTime>
  <Words>397</Words>
  <Application>Microsoft Office PowerPoint</Application>
  <PresentationFormat>寬螢幕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-apple-system</vt:lpstr>
      <vt:lpstr>Arial</vt:lpstr>
      <vt:lpstr>Calibri</vt:lpstr>
      <vt:lpstr>Calibri Light</vt:lpstr>
      <vt:lpstr>Office 佈景主題</vt:lpstr>
      <vt:lpstr>2024/01/14 Meeting Report</vt:lpstr>
      <vt:lpstr>E5 model 的實驗數據</vt:lpstr>
      <vt:lpstr>XLNet 的實驗數據</vt:lpstr>
      <vt:lpstr>Text model 實驗數據總結</vt:lpstr>
      <vt:lpstr>Text model 實驗數據總結</vt:lpstr>
      <vt:lpstr>後續實驗</vt:lpstr>
      <vt:lpstr>RoBERTa CLS token 實驗數據</vt:lpstr>
      <vt:lpstr>RoBERTa CLS token 實驗數據</vt:lpstr>
      <vt:lpstr>Self-supervised representations in speech-based depression detection</vt:lpstr>
      <vt:lpstr>Data augmentation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2024/11/26 Meeting Report</dc:title>
  <dc:creator>嘉均 簡</dc:creator>
  <cp:lastModifiedBy>嘉均 簡</cp:lastModifiedBy>
  <cp:revision>69</cp:revision>
  <dcterms:created xsi:type="dcterms:W3CDTF">2024-11-26T08:17:58Z</dcterms:created>
  <dcterms:modified xsi:type="dcterms:W3CDTF">2025-01-14T07:35:35Z</dcterms:modified>
</cp:coreProperties>
</file>