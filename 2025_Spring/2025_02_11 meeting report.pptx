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16" r:id="rId3"/>
    <p:sldId id="320" r:id="rId4"/>
    <p:sldId id="321" r:id="rId5"/>
    <p:sldId id="322" r:id="rId6"/>
    <p:sldId id="323" r:id="rId7"/>
    <p:sldId id="324" r:id="rId8"/>
    <p:sldId id="325" r:id="rId9"/>
    <p:sldId id="31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6C4C76-F1D2-4206-BA07-A14BDD0EF78B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AD019-E12C-44C9-9F7B-2D8E560D8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700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5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883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3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41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543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2E2843-5C7F-4124-B25F-7412D76DF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C96DE09-3C2A-4684-A9F2-96E1D4CBA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ABD133-B188-498B-A22E-EF34DF2D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0588B4-A9D2-4C8E-A5BF-8687443E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30DD18-E0EB-44E6-B698-BFDBE145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64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81B42E-780D-45A0-95DA-408DD902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396C09-4829-4BE8-8DD5-5C13A7B0F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565F9D-E529-4937-9C90-2C01D716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3A611C-940E-4DEC-83EA-A02F98C5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D60F24-EB65-433B-860F-04CA98969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155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9F3F29-4A33-4269-A31B-74A926617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EDBA36-E393-448B-8DB9-EC75A4712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0BD0F6-D024-4B8C-9D7A-F00F1CF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A2A48C-4639-48B4-ABD5-1B2B071F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082300-55E8-436F-B76D-5E423156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298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C9F27B-CA8D-4E41-A624-1C86A7F4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CE9FBA-343D-40C1-839D-BC66F8E20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E86F36-FD1B-4E52-A5E8-976385D53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108A68-7A62-4DF3-8FB2-3875FBBF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0EBF14-6FD7-4DDB-AB96-82559809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8CDD6B-B0FE-4E4E-9353-CDFFA674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36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A7B69-6874-4F39-A481-BCD311F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ADB7FD-8599-4227-B239-60A6D0ED7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CE8E3A-F361-4C2D-B6F0-7065FF605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ECFC77F-6B8C-43BC-85FC-DC390FD8A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E680AB-BCC9-4455-927F-29A66B83A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B7EFE0C-DE8C-4781-B6EA-18AF8EB4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72A8D19-1B61-4148-A7C9-9A9B9D006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BCE4975-A689-4FBD-9C25-B7618BC5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215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35E67F-31D4-47F7-8BF9-222A90955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2630F2D-1518-46DC-A49D-E360C518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BD19BBF-2DF4-4814-8CBA-BC17EDC6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F62DC3A-5DEB-48D3-AE3B-3C15043E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955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01BF26B-9F2F-4254-9673-0D103A7D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C4058ED-CB69-4813-891C-A0B4F30E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11A304-B90D-4C58-81AA-BF72A23D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429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BFCF18-B218-41BA-8C8D-1BF6921D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1B90EB-1AC0-4FF0-8861-E2E619A1B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D37904E-5DC1-477B-B775-40E617474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B21764-7D72-45EA-9127-92762D8D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660C24-4876-4491-B979-93D9EF58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069F20-CB5E-4D1D-B89D-30B4D7A11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318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9B99B8-F5D6-4302-B1C9-D7717F0A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6ED275A-A5DE-4F61-9127-EFAFEF696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60E64BA-A483-40FD-B069-17794AC0B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731BE6-C3A5-43DD-8FC1-7B93618CF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C4E2D0-6472-4CB7-9896-4638EF2B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CEDCAF-D9AD-4761-B0F6-EE4CD077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09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7DCE05-CD40-41E9-BA67-8E3733B3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65CA23-024C-4D55-BC7A-0DCE67AE8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DDC316-01DC-4FF8-A087-5B3A08A6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A2BD78-5899-4BE9-B523-F3B404BA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75EDA0-DDC6-4CBE-97E1-91FC827E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80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1A4192B-B6B9-4163-9A7C-64723CF01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F37BD61-5CF1-408B-A269-EB994A4FB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CDC65A-9E97-4B65-84C4-4E4E1F14B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FFCB6A-E031-4E06-ADA8-FE82FC1F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D00FE8-AADC-4619-9C53-916C0852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3519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EEFF219-A4D7-4545-AE15-AAE93E19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C26C32-31CF-4DF8-A928-AB44B8751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45FCAE-A465-4444-9384-9F2D58A56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121CC-69FE-42BC-88E2-B75B37F41EB7}" type="datetimeFigureOut">
              <a:rPr lang="zh-TW" altLang="en-US" smtClean="0"/>
              <a:t>2025/2/18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2ECC16-667E-45A4-BB57-5CCFBEA92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6D1E54-396A-4AD5-9CC9-E5EA2CEFF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9AAC5-18B3-4DC2-81A4-C685B60A5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36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2024/02/11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只使用語音的資料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– Wav2Vec2.0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訓練結果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C8EB957-A966-4E11-B0A6-9787DEB84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375" y="1134267"/>
            <a:ext cx="4781550" cy="267652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0FCC7FE-50A7-4EAD-A54A-4E11A5A1F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769" y="4000521"/>
            <a:ext cx="4895850" cy="241935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0B9EE72C-A0AE-4609-8262-6A5368F20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48" y="1343818"/>
            <a:ext cx="497205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8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5B9E851-13E0-4D0B-A45E-BD3CE5D53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553"/>
            <a:ext cx="12192000" cy="643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6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只使用語音的資料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– Hubert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訓練結果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ED21B1A-26E9-421E-BA7C-DE7DA329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641" y="1155080"/>
            <a:ext cx="4733925" cy="26860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B0411EF-879D-4BF1-8378-404C70DD8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51" y="1155080"/>
            <a:ext cx="4743450" cy="541972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6249C2F-E186-48BC-AE5B-F1703AAF7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641" y="3942600"/>
            <a:ext cx="47815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1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87FE549-84C6-432D-813A-B70FECCAB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193"/>
            <a:ext cx="12192000" cy="644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99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只使用語音的資料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–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WavLM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訓練結果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96039F2-D436-4806-909C-2249EBCDC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871" y="1227975"/>
            <a:ext cx="4743450" cy="2667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E835CFB-3662-4409-A27F-AFEB9854E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227975"/>
            <a:ext cx="4762500" cy="54292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2F6D582-25C2-4A85-83BF-F26E99795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871" y="3959553"/>
            <a:ext cx="477202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2338829-43EC-4939-8218-89BE47DDE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686"/>
            <a:ext cx="12192000" cy="649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73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只使用文字的資料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– Robert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訓練結果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14754F0-1318-4243-AD9A-4DFF192E4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64389"/>
            <a:ext cx="4752975" cy="271462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F0887E2-376E-489F-B53D-F8386D043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3840978"/>
            <a:ext cx="4752975" cy="2667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F081739-0CBF-4508-B678-75518D98D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328" y="1088253"/>
            <a:ext cx="47625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7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未來進度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721F2B7-DC15-4FF5-A21B-755111CCDCBE}"/>
              </a:ext>
            </a:extLst>
          </p:cNvPr>
          <p:cNvSpPr txBox="1">
            <a:spLocks/>
          </p:cNvSpPr>
          <p:nvPr/>
        </p:nvSpPr>
        <p:spPr>
          <a:xfrm>
            <a:off x="686464" y="1069592"/>
            <a:ext cx="10286335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把訓練穩定化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降低資料擴增的數量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不使用資料擴增，改用 </a:t>
            </a:r>
            <a:r>
              <a:rPr lang="en-US" altLang="zh-TW" sz="2800" dirty="0">
                <a:ea typeface="標楷體" panose="03000509000000000000" pitchFamily="65" charset="-120"/>
              </a:rPr>
              <a:t>loss weight (focal loss)</a:t>
            </a: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使用 </a:t>
            </a:r>
            <a:r>
              <a:rPr lang="en-US" altLang="zh-TW" sz="2800" dirty="0">
                <a:ea typeface="標楷體" panose="03000509000000000000" pitchFamily="65" charset="-120"/>
              </a:rPr>
              <a:t>scheduler</a:t>
            </a: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試著使用不同的 </a:t>
            </a:r>
            <a:r>
              <a:rPr lang="en-US" altLang="zh-TW" sz="3200" dirty="0">
                <a:ea typeface="標楷體" panose="03000509000000000000" pitchFamily="65" charset="-120"/>
              </a:rPr>
              <a:t>modal fusion </a:t>
            </a:r>
            <a:r>
              <a:rPr lang="zh-TW" altLang="en-US" sz="3200" dirty="0">
                <a:ea typeface="標楷體" panose="03000509000000000000" pitchFamily="65" charset="-120"/>
              </a:rPr>
              <a:t>方法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更改不同的 </a:t>
            </a:r>
            <a:r>
              <a:rPr lang="en-US" altLang="zh-TW" sz="3200" dirty="0">
                <a:ea typeface="標楷體" panose="03000509000000000000" pitchFamily="65" charset="-120"/>
              </a:rPr>
              <a:t>task </a:t>
            </a:r>
            <a:r>
              <a:rPr lang="zh-TW" altLang="en-US" sz="3200" dirty="0">
                <a:ea typeface="標楷體" panose="03000509000000000000" pitchFamily="65" charset="-120"/>
              </a:rPr>
              <a:t>訓練方法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用 </a:t>
            </a:r>
            <a:r>
              <a:rPr lang="en-US" altLang="zh-TW" sz="2800" dirty="0">
                <a:ea typeface="標楷體" panose="03000509000000000000" pitchFamily="65" charset="-120"/>
              </a:rPr>
              <a:t>PHQ-8 </a:t>
            </a:r>
            <a:r>
              <a:rPr lang="zh-TW" altLang="en-US" sz="2800" dirty="0">
                <a:ea typeface="標楷體" panose="03000509000000000000" pitchFamily="65" charset="-120"/>
              </a:rPr>
              <a:t>分數對 </a:t>
            </a:r>
            <a:r>
              <a:rPr lang="en-US" altLang="zh-TW" sz="2800" dirty="0">
                <a:ea typeface="標楷體" panose="03000509000000000000" pitchFamily="65" charset="-120"/>
              </a:rPr>
              <a:t>binary label </a:t>
            </a:r>
            <a:r>
              <a:rPr lang="zh-TW" altLang="en-US" sz="2800" dirty="0">
                <a:ea typeface="標楷體" panose="03000509000000000000" pitchFamily="65" charset="-120"/>
              </a:rPr>
              <a:t>作 </a:t>
            </a:r>
            <a:r>
              <a:rPr lang="en-US" altLang="zh-TW" sz="2800" dirty="0">
                <a:ea typeface="標楷體" panose="03000509000000000000" pitchFamily="65" charset="-120"/>
              </a:rPr>
              <a:t>smoothing</a:t>
            </a: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用 </a:t>
            </a:r>
            <a:r>
              <a:rPr lang="en-US" altLang="zh-TW" sz="2800" dirty="0">
                <a:ea typeface="標楷體" panose="03000509000000000000" pitchFamily="65" charset="-120"/>
              </a:rPr>
              <a:t>PHQ-8 </a:t>
            </a:r>
            <a:r>
              <a:rPr lang="zh-TW" altLang="en-US" sz="2800" dirty="0">
                <a:ea typeface="標楷體" panose="03000509000000000000" pitchFamily="65" charset="-120"/>
              </a:rPr>
              <a:t>分數作為 </a:t>
            </a:r>
            <a:r>
              <a:rPr lang="en-US" altLang="zh-TW" sz="2800" dirty="0">
                <a:ea typeface="標楷體" panose="03000509000000000000" pitchFamily="65" charset="-120"/>
              </a:rPr>
              <a:t>label</a:t>
            </a:r>
            <a:r>
              <a:rPr lang="zh-TW" altLang="en-US" sz="2800" dirty="0">
                <a:ea typeface="標楷體" panose="03000509000000000000" pitchFamily="65" charset="-120"/>
              </a:rPr>
              <a:t>，以 </a:t>
            </a:r>
            <a:r>
              <a:rPr lang="en-US" altLang="zh-TW" sz="2800" dirty="0">
                <a:ea typeface="標楷體" panose="03000509000000000000" pitchFamily="65" charset="-120"/>
              </a:rPr>
              <a:t>multi-label classification</a:t>
            </a:r>
            <a:r>
              <a:rPr lang="zh-TW" altLang="en-US" sz="2800" dirty="0">
                <a:ea typeface="標楷體" panose="03000509000000000000" pitchFamily="65" charset="-120"/>
              </a:rPr>
              <a:t> 訓練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用 </a:t>
            </a:r>
            <a:r>
              <a:rPr lang="en-US" altLang="zh-TW" sz="2800" dirty="0">
                <a:ea typeface="標楷體" panose="03000509000000000000" pitchFamily="65" charset="-120"/>
              </a:rPr>
              <a:t>PHQ-8 </a:t>
            </a:r>
            <a:r>
              <a:rPr lang="zh-TW" altLang="en-US" sz="2800" dirty="0">
                <a:ea typeface="標楷體" panose="03000509000000000000" pitchFamily="65" charset="-120"/>
              </a:rPr>
              <a:t>分數作為 </a:t>
            </a:r>
            <a:r>
              <a:rPr lang="en-US" altLang="zh-TW" sz="2800" dirty="0">
                <a:ea typeface="標楷體" panose="03000509000000000000" pitchFamily="65" charset="-120"/>
              </a:rPr>
              <a:t>label</a:t>
            </a:r>
            <a:r>
              <a:rPr lang="zh-TW" altLang="en-US" sz="2800" dirty="0">
                <a:ea typeface="標楷體" panose="03000509000000000000" pitchFamily="65" charset="-120"/>
              </a:rPr>
              <a:t>，以 </a:t>
            </a:r>
            <a:r>
              <a:rPr lang="en-US" altLang="zh-TW" sz="2800" dirty="0">
                <a:ea typeface="標楷體" panose="03000509000000000000" pitchFamily="65" charset="-120"/>
              </a:rPr>
              <a:t>regression task </a:t>
            </a:r>
            <a:r>
              <a:rPr lang="zh-TW" altLang="en-US" sz="2800" dirty="0">
                <a:ea typeface="標楷體" panose="03000509000000000000" pitchFamily="65" charset="-120"/>
              </a:rPr>
              <a:t>訓練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5909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284</Words>
  <Application>Microsoft Office PowerPoint</Application>
  <PresentationFormat>寬螢幕</PresentationFormat>
  <Paragraphs>78</Paragraphs>
  <Slides>9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Office 佈景主題</vt:lpstr>
      <vt:lpstr>2024/02/11 Meeting Report</vt:lpstr>
      <vt:lpstr>只使用語音的資料 – Wav2Vec2.0 訓練結果</vt:lpstr>
      <vt:lpstr>PowerPoint 簡報</vt:lpstr>
      <vt:lpstr>只使用語音的資料 – Hubert 訓練結果</vt:lpstr>
      <vt:lpstr>PowerPoint 簡報</vt:lpstr>
      <vt:lpstr>只使用語音的資料 – WavLM訓練結果</vt:lpstr>
      <vt:lpstr>PowerPoint 簡報</vt:lpstr>
      <vt:lpstr>只使用文字的資料 – Robert 訓練結果</vt:lpstr>
      <vt:lpstr>未來進度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2024/01/20 Meeting Report</dc:title>
  <dc:creator>嘉均 簡</dc:creator>
  <cp:lastModifiedBy>嘉均 簡</cp:lastModifiedBy>
  <cp:revision>12</cp:revision>
  <dcterms:created xsi:type="dcterms:W3CDTF">2025-02-11T05:31:47Z</dcterms:created>
  <dcterms:modified xsi:type="dcterms:W3CDTF">2025-02-18T04:32:16Z</dcterms:modified>
</cp:coreProperties>
</file>