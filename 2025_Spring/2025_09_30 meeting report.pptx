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383" r:id="rId3"/>
    <p:sldId id="380" r:id="rId4"/>
    <p:sldId id="382" r:id="rId5"/>
    <p:sldId id="381" r:id="rId6"/>
    <p:sldId id="375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DFFE4-8D8C-4637-B506-2CBE97292E6C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848DA8-8B23-4C5A-B011-6D6C82616E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9980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3260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2314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3983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640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8462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BB5813-88C7-4939-BF30-AB2748BDE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C809C2-B851-478D-A84C-71960345D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03170C-735D-4B4F-B121-531618A49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BDF3-45C3-4C99-859D-640BA7A564F0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7A31471-1C3C-463B-9864-054ECDA2E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84BA52-9D23-4192-98E7-4E4A219DA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9B6-0B3A-4199-A9CA-373F081740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4963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6E1BD0-063C-449F-9CC9-4C427CAEA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354334-B526-4803-B930-12884EF93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F1DF9B-046E-4663-BA8B-92C2715B7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BDF3-45C3-4C99-859D-640BA7A564F0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89ED78-70C1-41DE-8F85-0FA084398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2DC24F6-1219-4F26-8AA7-98FA1ACF3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9B6-0B3A-4199-A9CA-373F081740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778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BD46CD-A1C3-4982-A0A2-3DC5B2450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1611344-BD59-4F51-B265-DD5379CEA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07067C-2DC5-4D7D-A3F7-8BC958E0C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BDF3-45C3-4C99-859D-640BA7A564F0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8BD9781-19A4-482A-B687-9AF7D67C6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C4A9ED-8744-4E0E-B677-2B559C34A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9B6-0B3A-4199-A9CA-373F081740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8246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178764-CC67-49CE-9BD8-BEA0AFAF8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6E3766-2480-415C-8963-7A9B71A723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5EA7138-B1F6-49F2-802F-9484F12D3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51FCD81-C77E-4BB1-9C39-AC1B1A898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BDF3-45C3-4C99-859D-640BA7A564F0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E669975-12AB-4394-837B-199B77D5A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02F96C-9BEE-416B-AEF9-EF213B94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9B6-0B3A-4199-A9CA-373F081740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215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DF1FD6-E9E3-4647-940E-D8A7AC402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25CB16A-CCED-4B47-ACBE-73B2CF0BD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03D33C1-725D-493B-BB1D-B0DA33B10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17E1615-ADC6-41B1-B1C1-0AD6EF69BE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785E9A1-FD4D-4F3D-AAF2-821DA1C0D8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C207786-5C52-4981-AED3-25842B2BB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BDF3-45C3-4C99-859D-640BA7A564F0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ED71A93-8216-4908-A41E-C6D7628B5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A40FC96-180F-4DE2-BC0C-8D50D1CFF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9B6-0B3A-4199-A9CA-373F081740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962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DAC25F-17C8-4ADD-BF1F-2EA658F5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3FDD189-B09F-4CEB-9CBE-A1E89917B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BDF3-45C3-4C99-859D-640BA7A564F0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A61CE41-17C8-4245-A41F-348F7E9A5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5F67D32-A03F-4F82-8214-A1A68D1C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9B6-0B3A-4199-A9CA-373F081740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0778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E5C4584-AC35-444F-93A3-F226B5CC4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BDF3-45C3-4C99-859D-640BA7A564F0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AA74165-92BB-4D12-B084-C4933F539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3B09DA-8F8F-4685-B2D2-607260A2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9B6-0B3A-4199-A9CA-373F081740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4726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66AC09-6F90-49CA-9CE2-BF65805B8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757BA6-5C9D-4F79-8FA7-727B5986E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43D7162-612A-41B9-84E9-7D3CC26ED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BC005AE-8FD7-41AB-B5EE-7F64CFB90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BDF3-45C3-4C99-859D-640BA7A564F0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C87B1D7-3952-4286-B112-C83D8E924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6E1E317-1CA8-4B16-B7E7-FC553617E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9B6-0B3A-4199-A9CA-373F081740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725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786D04-2DEA-474C-9AED-CC20E7E59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0EFEED1-0FB2-4881-A313-85387EA80F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63534A9-2B67-4764-9930-8263C1DBC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872D40A-676D-4E70-B357-D56D6225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BDF3-45C3-4C99-859D-640BA7A564F0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F93511-A414-4D18-AC83-4E047E937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0A3492C-39A7-4221-913F-3995C3CB3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9B6-0B3A-4199-A9CA-373F081740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1893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769592-5566-48A5-BFC3-00B5B36F6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B2DADA-8175-4C11-B5F0-CD4037A2C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6D4AF0-2B94-43DB-B82A-7448925F1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BDF3-45C3-4C99-859D-640BA7A564F0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BE030CC-4CF7-4F14-98E8-9B88E2451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127A66-4205-4DC7-A237-A18910B41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9B6-0B3A-4199-A9CA-373F081740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7450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3F3027A-50D6-4DCC-B766-28B2603ACC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3A20BCF-979F-49DA-A913-807779B8A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0C7925-3EE9-4948-9686-CB40DDD3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BDF3-45C3-4C99-859D-640BA7A564F0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92861A-6EEB-4AF9-AB49-9090AD7B1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DC1EDE-A4F5-4356-8CC4-F42DB7FEE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9B6-0B3A-4199-A9CA-373F081740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0297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0EF8181-8235-4B2D-A8F3-C4AAA0345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D14D370-00C4-4CFB-8682-22C26CE78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5CAC75-CFB1-4FBA-A83F-0CEFA62B8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9BDF3-45C3-4C99-859D-640BA7A564F0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D36FFC-122A-438B-A437-E235C16563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2B1195-44B7-4615-8CF7-E5614BD03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419B6-0B3A-4199-A9CA-373F081740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9779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2025/09/30</a:t>
            </a:r>
            <a:r>
              <a:rPr lang="zh-TW" altLang="en-US" sz="4400" b="1" dirty="0"/>
              <a:t> </a:t>
            </a:r>
            <a:r>
              <a:rPr lang="en-US" altLang="zh-TW" sz="4400" b="1" dirty="0"/>
              <a:t>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目前進度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143227"/>
            <a:ext cx="11870423" cy="5714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Few shot</a:t>
            </a:r>
            <a:r>
              <a:rPr lang="zh-TW" altLang="en-US" sz="2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2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Learning</a:t>
            </a:r>
          </a:p>
          <a:p>
            <a:pPr lvl="1">
              <a:lnSpc>
                <a:spcPct val="12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正在從 </a:t>
            </a:r>
            <a:r>
              <a:rPr lang="en-US" altLang="zh-TW" dirty="0" err="1">
                <a:ea typeface="標楷體" panose="03000509000000000000" pitchFamily="65" charset="-120"/>
              </a:rPr>
              <a:t>train_split</a:t>
            </a:r>
            <a:r>
              <a:rPr lang="en-US" altLang="zh-TW" dirty="0">
                <a:ea typeface="標楷體" panose="03000509000000000000" pitchFamily="65" charset="-120"/>
              </a:rPr>
              <a:t> </a:t>
            </a:r>
            <a:r>
              <a:rPr lang="zh-TW" altLang="en-US" dirty="0">
                <a:ea typeface="標楷體" panose="03000509000000000000" pitchFamily="65" charset="-120"/>
              </a:rPr>
              <a:t>挑例子 </a:t>
            </a:r>
            <a:r>
              <a:rPr lang="en-US" altLang="zh-TW" dirty="0">
                <a:ea typeface="標楷體" panose="03000509000000000000" pitchFamily="65" charset="-120"/>
              </a:rPr>
              <a:t>(</a:t>
            </a:r>
            <a:r>
              <a:rPr lang="zh-TW" altLang="en-US" dirty="0">
                <a:ea typeface="標楷體" panose="03000509000000000000" pitchFamily="65" charset="-120"/>
              </a:rPr>
              <a:t>目前已完成 </a:t>
            </a:r>
            <a:r>
              <a:rPr lang="en-US" altLang="zh-TW" dirty="0" err="1">
                <a:ea typeface="標楷體" panose="03000509000000000000" pitchFamily="65" charset="-120"/>
              </a:rPr>
              <a:t>NoInterest</a:t>
            </a:r>
            <a:r>
              <a:rPr lang="zh-TW" altLang="en-US" dirty="0">
                <a:ea typeface="標楷體" panose="03000509000000000000" pitchFamily="65" charset="-120"/>
              </a:rPr>
              <a:t>、</a:t>
            </a:r>
            <a:r>
              <a:rPr lang="en-US" altLang="zh-TW" dirty="0">
                <a:ea typeface="標楷體" panose="03000509000000000000" pitchFamily="65" charset="-120"/>
              </a:rPr>
              <a:t>Depressed</a:t>
            </a:r>
            <a:r>
              <a:rPr lang="zh-TW" altLang="en-US" dirty="0">
                <a:ea typeface="標楷體" panose="03000509000000000000" pitchFamily="65" charset="-120"/>
              </a:rPr>
              <a:t>、</a:t>
            </a:r>
            <a:r>
              <a:rPr lang="en-US" altLang="zh-TW" dirty="0">
                <a:ea typeface="標楷體" panose="03000509000000000000" pitchFamily="65" charset="-120"/>
              </a:rPr>
              <a:t>Sleep)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7EDAD231-735A-4087-BB41-69141CDB735F}"/>
              </a:ext>
            </a:extLst>
          </p:cNvPr>
          <p:cNvSpPr txBox="1">
            <a:spLocks/>
          </p:cNvSpPr>
          <p:nvPr/>
        </p:nvSpPr>
        <p:spPr>
          <a:xfrm>
            <a:off x="321577" y="2348917"/>
            <a:ext cx="11548846" cy="4446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挑選的 </a:t>
            </a:r>
            <a:r>
              <a:rPr lang="en-US" altLang="zh-TW" sz="2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PHQ8 </a:t>
            </a:r>
            <a:r>
              <a:rPr lang="en-US" altLang="zh-TW" sz="28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NoInterest</a:t>
            </a:r>
            <a:r>
              <a:rPr lang="en-US" altLang="zh-TW" sz="2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example</a:t>
            </a:r>
          </a:p>
          <a:p>
            <a:pPr lvl="1">
              <a:lnSpc>
                <a:spcPct val="120000"/>
              </a:lnSpc>
            </a:pPr>
            <a:r>
              <a:rPr lang="en-US" altLang="zh-TW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Score = 0</a:t>
            </a:r>
          </a:p>
          <a:p>
            <a:pPr lvl="2">
              <a:lnSpc>
                <a:spcPct val="120000"/>
              </a:lnSpc>
            </a:pPr>
            <a:r>
              <a:rPr lang="en-US" altLang="zh-TW" dirty="0">
                <a:solidFill>
                  <a:schemeClr val="accent1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Interviewer: what are some things you like to do for fun? </a:t>
            </a:r>
          </a:p>
          <a:p>
            <a:pPr lvl="2">
              <a:lnSpc>
                <a:spcPct val="120000"/>
              </a:lnSpc>
            </a:pP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Participant: uh fun </a:t>
            </a:r>
            <a:r>
              <a:rPr lang="en-US" altLang="zh-TW" dirty="0" err="1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, like going to the beach uh, </a:t>
            </a:r>
            <a:r>
              <a:rPr lang="en-US" altLang="zh-TW" dirty="0" err="1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love shooting darts but </a:t>
            </a:r>
            <a:r>
              <a:rPr lang="en-US" altLang="zh-TW" dirty="0" err="1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haven't done it in a while </a:t>
            </a:r>
            <a:r>
              <a:rPr lang="en-US" altLang="zh-TW" dirty="0" err="1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dirty="0" err="1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love </a:t>
            </a:r>
            <a:r>
              <a:rPr lang="en-US" altLang="zh-TW" dirty="0" err="1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love to paint uh </a:t>
            </a:r>
            <a:r>
              <a:rPr lang="en-US" altLang="zh-TW" dirty="0" err="1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got into watercolor painting, and </a:t>
            </a:r>
            <a:r>
              <a:rPr lang="en-US" altLang="zh-TW" dirty="0" err="1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i'm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pretty gifted at that ... </a:t>
            </a:r>
            <a:r>
              <a:rPr lang="en-US" altLang="zh-TW" dirty="0" err="1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love fishing, </a:t>
            </a:r>
            <a:r>
              <a:rPr lang="en-US" altLang="zh-TW" dirty="0" err="1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really </a:t>
            </a:r>
            <a:r>
              <a:rPr lang="en-US" altLang="zh-TW" dirty="0" err="1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really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enjoyed it.</a:t>
            </a:r>
          </a:p>
          <a:p>
            <a:pPr lvl="1">
              <a:lnSpc>
                <a:spcPct val="120000"/>
              </a:lnSpc>
            </a:pPr>
            <a:r>
              <a:rPr lang="en-US" altLang="zh-TW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Score = 1</a:t>
            </a:r>
          </a:p>
          <a:p>
            <a:pPr lvl="2">
              <a:lnSpc>
                <a:spcPct val="120000"/>
              </a:lnSpc>
            </a:pPr>
            <a:r>
              <a:rPr lang="en-US" altLang="zh-TW" dirty="0">
                <a:solidFill>
                  <a:schemeClr val="accent1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Interviewer: how have you been feeling lately? </a:t>
            </a:r>
          </a:p>
          <a:p>
            <a:pPr lvl="2">
              <a:lnSpc>
                <a:spcPct val="120000"/>
              </a:lnSpc>
            </a:pP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Participant: uh, just uh feeling tired and sluggish and um less </a:t>
            </a:r>
            <a:r>
              <a:rPr lang="en-US" altLang="zh-TW" dirty="0" err="1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less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motivated and less interested in things.</a:t>
            </a:r>
          </a:p>
          <a:p>
            <a:pPr>
              <a:lnSpc>
                <a:spcPct val="120000"/>
              </a:lnSpc>
            </a:pPr>
            <a:endParaRPr lang="en-US" altLang="zh-TW" sz="2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480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目前進度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143227"/>
            <a:ext cx="11870423" cy="5714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7EDAD231-735A-4087-BB41-69141CDB735F}"/>
              </a:ext>
            </a:extLst>
          </p:cNvPr>
          <p:cNvSpPr txBox="1">
            <a:spLocks/>
          </p:cNvSpPr>
          <p:nvPr/>
        </p:nvSpPr>
        <p:spPr>
          <a:xfrm>
            <a:off x="321577" y="1143227"/>
            <a:ext cx="11548846" cy="56015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挑選的 </a:t>
            </a:r>
            <a:r>
              <a:rPr lang="en-US" altLang="zh-TW" sz="2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PHQ8 </a:t>
            </a:r>
            <a:r>
              <a:rPr lang="en-US" altLang="zh-TW" sz="28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NoInterest</a:t>
            </a:r>
            <a:r>
              <a:rPr lang="en-US" altLang="zh-TW" sz="2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example</a:t>
            </a:r>
          </a:p>
          <a:p>
            <a:pPr lvl="1">
              <a:lnSpc>
                <a:spcPct val="120000"/>
              </a:lnSpc>
            </a:pPr>
            <a:r>
              <a:rPr lang="en-US" altLang="zh-TW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Score = 2</a:t>
            </a:r>
          </a:p>
          <a:p>
            <a:pPr lvl="2">
              <a:lnSpc>
                <a:spcPct val="120000"/>
              </a:lnSpc>
            </a:pPr>
            <a:r>
              <a:rPr lang="en-US" altLang="zh-TW" dirty="0">
                <a:solidFill>
                  <a:schemeClr val="accent1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Interviewer: what were your symptoms? </a:t>
            </a:r>
          </a:p>
          <a:p>
            <a:pPr lvl="2">
              <a:lnSpc>
                <a:spcPct val="120000"/>
              </a:lnSpc>
            </a:pP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Participant: well you know </a:t>
            </a:r>
            <a:r>
              <a:rPr lang="en-US" altLang="zh-TW" dirty="0" err="1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was, always tired and, not excited about things anymore and, </a:t>
            </a:r>
            <a:r>
              <a:rPr lang="en-US" altLang="zh-TW" dirty="0" err="1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kinda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lethargic you know laying around and, just not feeling myself.</a:t>
            </a:r>
          </a:p>
          <a:p>
            <a:pPr lvl="2">
              <a:lnSpc>
                <a:spcPct val="120000"/>
              </a:lnSpc>
            </a:pPr>
            <a:r>
              <a:rPr lang="en-US" altLang="zh-TW" dirty="0">
                <a:solidFill>
                  <a:schemeClr val="accent1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Interviewer: how have you been feeling lately?</a:t>
            </a:r>
            <a:r>
              <a:rPr lang="en-US" altLang="zh-TW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Participant: mm about the same.</a:t>
            </a:r>
          </a:p>
          <a:p>
            <a:pPr lvl="1">
              <a:lnSpc>
                <a:spcPct val="120000"/>
              </a:lnSpc>
            </a:pPr>
            <a:r>
              <a:rPr lang="en-US" altLang="zh-TW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Score = 3</a:t>
            </a:r>
          </a:p>
          <a:p>
            <a:pPr lvl="2">
              <a:lnSpc>
                <a:spcPct val="120000"/>
              </a:lnSpc>
            </a:pPr>
            <a:r>
              <a:rPr lang="en-US" altLang="zh-TW" dirty="0">
                <a:solidFill>
                  <a:schemeClr val="accent1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Interviewer: how have you been feeling lately? 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Participant: tired sad depressed blue</a:t>
            </a:r>
            <a:r>
              <a:rPr lang="en-US" altLang="zh-TW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.</a:t>
            </a:r>
          </a:p>
          <a:p>
            <a:pPr lvl="2">
              <a:lnSpc>
                <a:spcPct val="120000"/>
              </a:lnSpc>
            </a:pPr>
            <a:r>
              <a:rPr lang="en-US" altLang="zh-TW" dirty="0">
                <a:solidFill>
                  <a:schemeClr val="accent1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Interviewer: have you noticed any changes in your behavior or thoughts lately? 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Participant: no </a:t>
            </a:r>
            <a:r>
              <a:rPr lang="en-US" altLang="zh-TW" dirty="0" err="1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i'm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just not happy </a:t>
            </a:r>
            <a:r>
              <a:rPr lang="en-US" altLang="zh-TW" dirty="0" err="1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don't feel good and </a:t>
            </a:r>
            <a:r>
              <a:rPr lang="en-US" altLang="zh-TW" dirty="0" err="1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i'm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not happy.</a:t>
            </a:r>
          </a:p>
          <a:p>
            <a:pPr lvl="2">
              <a:lnSpc>
                <a:spcPct val="120000"/>
              </a:lnSpc>
            </a:pPr>
            <a:r>
              <a:rPr lang="en-US" altLang="zh-TW" dirty="0">
                <a:solidFill>
                  <a:schemeClr val="accent1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Interviewer: how do you cope with them?</a:t>
            </a:r>
            <a:r>
              <a:rPr lang="en-US" altLang="zh-TW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Participant: </a:t>
            </a:r>
            <a:r>
              <a:rPr lang="en-US" altLang="zh-TW" dirty="0" err="1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stay &lt;</a:t>
            </a:r>
            <a:r>
              <a:rPr lang="en-US" altLang="zh-TW" dirty="0" err="1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st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&gt; don't just stay </a:t>
            </a:r>
            <a:r>
              <a:rPr lang="en-US" altLang="zh-TW" dirty="0" err="1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stay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to myself don't go out with friends as much as </a:t>
            </a:r>
            <a:r>
              <a:rPr lang="en-US" altLang="zh-TW" dirty="0" err="1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used to, it's very hard.</a:t>
            </a:r>
            <a:endParaRPr lang="en-US" altLang="zh-TW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pPr lvl="2">
              <a:lnSpc>
                <a:spcPct val="120000"/>
              </a:lnSpc>
            </a:pPr>
            <a:r>
              <a:rPr lang="en-US" altLang="zh-TW" dirty="0">
                <a:solidFill>
                  <a:schemeClr val="accent1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Interviewer: what sort of changes have you noticed since you've been going to therapy? 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Participant: well not that many changes &lt;cha&gt; </a:t>
            </a:r>
            <a:r>
              <a:rPr lang="en-US" altLang="zh-TW" dirty="0" err="1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still don't feel that great but </a:t>
            </a:r>
            <a:r>
              <a:rPr lang="en-US" altLang="zh-TW" dirty="0" err="1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i</a:t>
            </a:r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just it's good to talk to someone and tell them how you feel, even if it's just to get something off your chest.</a:t>
            </a:r>
          </a:p>
          <a:p>
            <a:pPr lvl="1">
              <a:lnSpc>
                <a:spcPct val="120000"/>
              </a:lnSpc>
            </a:pPr>
            <a:endParaRPr lang="en-US" altLang="zh-TW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US" altLang="zh-TW" sz="2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766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目前進度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143227"/>
            <a:ext cx="11870423" cy="5714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Few shot</a:t>
            </a:r>
            <a:r>
              <a:rPr lang="zh-TW" altLang="en-US" sz="2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28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Learning</a:t>
            </a:r>
          </a:p>
          <a:p>
            <a:pPr lvl="1">
              <a:lnSpc>
                <a:spcPct val="120000"/>
              </a:lnSpc>
            </a:pPr>
            <a:r>
              <a:rPr lang="zh-TW" altLang="en-US" sz="24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設計一組虛擬例子做 </a:t>
            </a:r>
            <a:r>
              <a:rPr lang="en-US" altLang="zh-TW" sz="24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few shot</a:t>
            </a:r>
            <a:r>
              <a:rPr lang="zh-TW" altLang="en-US" sz="24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24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(</a:t>
            </a:r>
            <a:r>
              <a:rPr lang="zh-TW" altLang="en-US" sz="24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目前正在跑</a:t>
            </a:r>
            <a:r>
              <a:rPr lang="en-US" altLang="zh-TW" sz="24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)</a:t>
            </a:r>
            <a:r>
              <a:rPr lang="zh-TW" altLang="en-US" dirty="0">
                <a:ea typeface="標楷體" panose="03000509000000000000" pitchFamily="65" charset="-120"/>
              </a:rPr>
              <a:t> </a:t>
            </a:r>
            <a:r>
              <a:rPr lang="en-US" altLang="zh-TW" dirty="0">
                <a:ea typeface="標楷體" panose="03000509000000000000" pitchFamily="65" charset="-120"/>
              </a:rPr>
              <a:t> </a:t>
            </a:r>
            <a:endParaRPr lang="en-US" altLang="zh-TW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US" altLang="zh-TW" sz="2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6C99470-B9D5-449A-A92F-FC7540805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351" y="2531351"/>
            <a:ext cx="8472046" cy="417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17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後續實驗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143227"/>
            <a:ext cx="11870423" cy="5714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比較 </a:t>
            </a:r>
            <a:r>
              <a:rPr lang="en-US" altLang="zh-TW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“zero shot </a:t>
            </a:r>
            <a:r>
              <a:rPr lang="zh-TW" altLang="en-US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讓模型一次判斷 </a:t>
            </a:r>
            <a:r>
              <a:rPr lang="en-US" altLang="zh-TW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8</a:t>
            </a:r>
            <a:r>
              <a:rPr lang="zh-TW" altLang="en-US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種症狀分數</a:t>
            </a:r>
            <a:r>
              <a:rPr lang="en-US" altLang="zh-TW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”</a:t>
            </a:r>
            <a:r>
              <a:rPr lang="zh-TW" altLang="en-US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與 </a:t>
            </a:r>
            <a:endParaRPr lang="en-US" altLang="zh-TW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TW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“zero shot </a:t>
            </a:r>
            <a:r>
              <a:rPr lang="zh-TW" altLang="en-US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分</a:t>
            </a:r>
            <a:r>
              <a:rPr lang="en-US" altLang="zh-TW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8</a:t>
            </a:r>
            <a:r>
              <a:rPr lang="zh-TW" altLang="en-US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次</a:t>
            </a:r>
            <a:r>
              <a:rPr lang="en-US" altLang="zh-TW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prompt</a:t>
            </a:r>
            <a:r>
              <a:rPr lang="zh-TW" altLang="en-US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，讓模型一次判斷一種症狀分數</a:t>
            </a:r>
            <a:r>
              <a:rPr lang="en-US" altLang="zh-TW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”</a:t>
            </a:r>
            <a:endParaRPr lang="en-US" altLang="zh-TW" sz="28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52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是否能請款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143227"/>
            <a:ext cx="11870423" cy="5714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altLang="zh-TW" dirty="0"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9498624-1C77-4165-B4C2-823963602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799" y="0"/>
            <a:ext cx="6763584" cy="6858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8F097B0-FBEF-4075-A76D-88783F704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18" y="58723"/>
            <a:ext cx="44145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989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575</Words>
  <Application>Microsoft Office PowerPoint</Application>
  <PresentationFormat>寬螢幕</PresentationFormat>
  <Paragraphs>50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-apple-system</vt:lpstr>
      <vt:lpstr>Arial</vt:lpstr>
      <vt:lpstr>Calibri</vt:lpstr>
      <vt:lpstr>Calibri Light</vt:lpstr>
      <vt:lpstr>Office 佈景主題</vt:lpstr>
      <vt:lpstr>2025/09/30 Meeting Report</vt:lpstr>
      <vt:lpstr>目前進度</vt:lpstr>
      <vt:lpstr>目前進度</vt:lpstr>
      <vt:lpstr>目前進度</vt:lpstr>
      <vt:lpstr>後續實驗</vt:lpstr>
      <vt:lpstr>是否能請款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嘉均 簡</dc:creator>
  <cp:lastModifiedBy>嘉均 簡</cp:lastModifiedBy>
  <cp:revision>35</cp:revision>
  <dcterms:created xsi:type="dcterms:W3CDTF">2025-09-18T17:49:23Z</dcterms:created>
  <dcterms:modified xsi:type="dcterms:W3CDTF">2025-09-30T05:36:14Z</dcterms:modified>
</cp:coreProperties>
</file>