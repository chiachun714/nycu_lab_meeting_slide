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318" r:id="rId3"/>
    <p:sldId id="329" r:id="rId4"/>
    <p:sldId id="326" r:id="rId5"/>
    <p:sldId id="330" r:id="rId6"/>
    <p:sldId id="331" r:id="rId7"/>
    <p:sldId id="328" r:id="rId8"/>
    <p:sldId id="325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-14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98D86-35FF-464B-AC5C-0F9C48D31A33}" type="datetimeFigureOut">
              <a:rPr lang="zh-TW" altLang="en-US" smtClean="0"/>
              <a:t>2025/6/10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548D5-B13F-4393-8625-D40F8EEA07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6400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8710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41108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71120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52704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03904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80798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1049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42F662-7FAF-4F67-9DDB-4BC0D7651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DA0C418-D836-4B50-96D2-D4283C207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F9035AC-8595-47ED-B2BE-9B2E49D98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406265D-C728-4478-A153-930586826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FE9274F-DE70-4762-ADFE-706AC6520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6924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6BA4C2-2B18-4743-8464-A6D4A9F3A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64F73AB-0B9A-49FA-8503-389ABE431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564C26-22AC-45CF-BC1E-61D0A4BF3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A4569B7-0C69-423F-A33D-B83DA612F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986E0AC-D461-495F-AE0B-A79885123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3444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6C204A-5240-4D95-9841-D249EDD28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A278C1A-36E7-4CF7-B4D8-1A52F5C54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A95DF1-87FF-4F0A-AA1B-280ADBDA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84F1B8-4BE9-482D-BE56-DB702C05C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DAB2B5-9939-4A74-963A-589A0D7B8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0107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9D912E-82DC-4AD3-BF8E-BD1B8EED6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6CB662-73C8-457B-8E2F-7797747C51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1B654CA-BBBE-4F3E-B481-66ECD0660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9930A80-CBED-409A-972B-7777B803F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B2FB27D-8EF6-442E-8F3F-D99276FED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DFD760C-0D86-4E79-ADB8-F4BFC7CFB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641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1ED89C-49B7-49A5-8935-B7DAC9632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24317DB-4057-4CBA-9055-89B63FE6B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DE2B698-D483-446F-8082-4E6AF9FF5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6E372D1-97C4-4ECD-813F-C7D3435A09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C0AA514-78DB-4DF4-8AB8-62E8D56F8C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7CBDF13-7D65-497F-B175-EC7B92909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A75A8D8-1080-4A3C-8406-A844B5D40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F6572ED-A949-4494-88FA-84FDF6D26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1413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29277C-6583-4932-970A-38D4F3ECB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19D2B3A-AB22-453C-891B-548E58FA7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84AF9BA-ECC0-4FB9-BB5F-300566802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B3DB565-CCD5-49B4-816C-20BF7D5B0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9715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05F4EEA-C383-426E-A5B6-6F8DB0CED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F50223D-1F1F-4344-AEE9-69C62ACDA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4396E3-4A32-4FBB-B477-F4944742C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1305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A45FB0-7A5F-47CA-84F9-41345FEB6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EEDB21-4A6E-48CE-B0F8-D705E688A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70A9D69-9DB8-4E0F-BF2E-75EED1A1B0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D52267A-077F-41AE-AEBF-16D86CA32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559B22C-CC64-458D-85C9-6E6A630CB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D5DA022-29EC-4188-9566-E559468E2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1232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F34FB3-C332-47EC-B6E2-D87DC68A6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07C1733-2985-4EE2-BC31-1AB0DC3333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4F9132B-6342-464C-A6FE-44F86CAC9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B7D581A-9532-4EA8-A8CF-589B77292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3FC74B2-92BC-4EE5-A93C-F5208DF2D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BE7E4B0-26CC-4BE5-9333-195CA3A6B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0838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B31BDC-65B0-43C9-9DC9-549C25EA5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3D8F7EA-1AF6-4682-8FD4-7C78AB1E7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EAC032-5EAE-4B93-94D6-F39115688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A6F23B9-25A2-4DD1-B67B-4FD07EA21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D363E9-15CA-4B6C-92BB-EA449FAAB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9500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335FF0E-1199-4F11-BA47-C27A538B9E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534B4EE-0D05-4266-99A0-BE73C4CCF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B8AC70-FBF7-45E9-A949-46D4A534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C5B795C-69C1-4230-A473-BE1382B5D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9FBDD8B-61AC-4729-B741-4F0F62F71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4155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759509F-E024-4EFF-B447-B00922B6D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6F2C4D7-54D0-4598-8D0F-242FF0500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258BC0-C5DD-4A79-AA63-52E0EBA439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2558C6-0365-4CD3-897F-D9D1292AB17F}" type="datetimeFigureOut">
              <a:rPr lang="zh-TW" altLang="en-US" smtClean="0"/>
              <a:t>2025/6/10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D37587-747E-48D7-90AC-E3DE9DFEB1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293475-DF23-413C-A0F9-36EAF2E067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809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package" Target="../embeddings/Microsoft_Excel_Worksheet1.xlsx"/><Relationship Id="rId5" Type="http://schemas.openxmlformats.org/officeDocument/2006/relationships/image" Target="../media/image4.emf"/><Relationship Id="rId4" Type="http://schemas.openxmlformats.org/officeDocument/2006/relationships/package" Target="../embeddings/Microsoft_Excel_Worksheet.xlsx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2025/06/10</a:t>
            </a:r>
            <a:r>
              <a:rPr lang="zh-TW" altLang="en-US" sz="4400" b="1" dirty="0"/>
              <a:t> </a:t>
            </a:r>
            <a:r>
              <a:rPr lang="en-US" altLang="zh-TW" sz="4400" b="1" dirty="0"/>
              <a:t>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實驗項目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使用 </a:t>
            </a:r>
            <a:r>
              <a:rPr lang="en-US" altLang="zh-TW" sz="2400" dirty="0" err="1">
                <a:ea typeface="標楷體" panose="03000509000000000000" pitchFamily="65" charset="-120"/>
              </a:rPr>
              <a:t>DepRoBERTa</a:t>
            </a:r>
            <a:r>
              <a:rPr lang="en-US" altLang="zh-TW" sz="2400" dirty="0">
                <a:ea typeface="標楷體" panose="03000509000000000000" pitchFamily="65" charset="-120"/>
              </a:rPr>
              <a:t> </a:t>
            </a:r>
            <a:r>
              <a:rPr lang="zh-TW" altLang="en-US" sz="2400" dirty="0">
                <a:ea typeface="標楷體" panose="03000509000000000000" pitchFamily="65" charset="-120"/>
              </a:rPr>
              <a:t>特徵訓練模型，統計模型在判斷 </a:t>
            </a:r>
            <a:r>
              <a:rPr lang="en-US" altLang="zh-TW" sz="2400" dirty="0" err="1">
                <a:ea typeface="標楷體" panose="03000509000000000000" pitchFamily="65" charset="-120"/>
              </a:rPr>
              <a:t>dev_splits</a:t>
            </a:r>
            <a:r>
              <a:rPr lang="en-US" altLang="zh-TW" sz="2400" dirty="0">
                <a:ea typeface="標楷體" panose="03000509000000000000" pitchFamily="65" charset="-120"/>
              </a:rPr>
              <a:t> </a:t>
            </a:r>
            <a:r>
              <a:rPr lang="zh-TW" altLang="en-US" sz="2400" dirty="0">
                <a:ea typeface="標楷體" panose="03000509000000000000" pitchFamily="65" charset="-120"/>
              </a:rPr>
              <a:t>裡的資料是憂鬱症還是非憂鬱症時會關注哪些部份的 </a:t>
            </a:r>
            <a:r>
              <a:rPr lang="en-US" altLang="zh-TW" sz="2400" dirty="0">
                <a:ea typeface="標楷體" panose="03000509000000000000" pitchFamily="65" charset="-120"/>
              </a:rPr>
              <a:t>QA pair</a:t>
            </a:r>
            <a:r>
              <a:rPr lang="zh-TW" altLang="en-US" sz="2400" dirty="0">
                <a:ea typeface="標楷體" panose="03000509000000000000" pitchFamily="65" charset="-120"/>
              </a:rPr>
              <a:t>。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5516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如何計算關注度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2B92B78-9032-4988-8B1B-F7EBB229E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436479"/>
            <a:ext cx="12192000" cy="428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739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Main question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與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follow up question</a:t>
            </a:r>
            <a:endParaRPr lang="zh-TW" altLang="en-US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3F1E194-30EF-4C5C-8B26-E5E3BCF89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675" y="1153477"/>
            <a:ext cx="9315450" cy="214312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27581B92-8756-450B-BDAA-E8F23F99F9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050" y="3512704"/>
            <a:ext cx="9820275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927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只統計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Main question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的關注度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0CBD0ADA-AF4C-4613-899C-6CF2BA946CB7}"/>
              </a:ext>
            </a:extLst>
          </p:cNvPr>
          <p:cNvSpPr txBox="1">
            <a:spLocks/>
          </p:cNvSpPr>
          <p:nvPr/>
        </p:nvSpPr>
        <p:spPr>
          <a:xfrm>
            <a:off x="473977" y="1186133"/>
            <a:ext cx="1069694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how are you at controlling your temper = 0.02</a:t>
            </a:r>
          </a:p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Can you tell me more about that = 0.002</a:t>
            </a:r>
          </a:p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Why = 0.001</a:t>
            </a:r>
          </a:p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how are you at controlling your temper = 0.023</a:t>
            </a: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79964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只統計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Main question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的關注度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graphicFrame>
        <p:nvGraphicFramePr>
          <p:cNvPr id="4" name="物件 3">
            <a:extLst>
              <a:ext uri="{FF2B5EF4-FFF2-40B4-BE49-F238E27FC236}">
                <a16:creationId xmlns:a16="http://schemas.microsoft.com/office/drawing/2014/main" id="{CD19696C-8989-4688-8050-90D363119B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647969"/>
              </p:ext>
            </p:extLst>
          </p:nvPr>
        </p:nvGraphicFramePr>
        <p:xfrm>
          <a:off x="2614949" y="1033734"/>
          <a:ext cx="8231450" cy="2358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Worksheet" r:id="rId4" imgW="8077258" imgH="2314575" progId="Excel.Sheet.12">
                  <p:embed/>
                </p:oleObj>
              </mc:Choice>
              <mc:Fallback>
                <p:oleObj name="Worksheet" r:id="rId4" imgW="8077258" imgH="231457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14949" y="1033734"/>
                        <a:ext cx="8231450" cy="23587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標題 1">
            <a:extLst>
              <a:ext uri="{FF2B5EF4-FFF2-40B4-BE49-F238E27FC236}">
                <a16:creationId xmlns:a16="http://schemas.microsoft.com/office/drawing/2014/main" id="{3E887B08-6DFB-434E-A4C8-06D888DD5175}"/>
              </a:ext>
            </a:extLst>
          </p:cNvPr>
          <p:cNvSpPr txBox="1">
            <a:spLocks/>
          </p:cNvSpPr>
          <p:nvPr/>
        </p:nvSpPr>
        <p:spPr>
          <a:xfrm>
            <a:off x="685690" y="1617128"/>
            <a:ext cx="16709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Dep</a:t>
            </a:r>
            <a:endParaRPr lang="zh-TW" altLang="en-US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FBDE04CD-029B-4E82-A0BF-621EDFF22C8C}"/>
              </a:ext>
            </a:extLst>
          </p:cNvPr>
          <p:cNvSpPr txBox="1">
            <a:spLocks/>
          </p:cNvSpPr>
          <p:nvPr/>
        </p:nvSpPr>
        <p:spPr>
          <a:xfrm>
            <a:off x="653152" y="4113211"/>
            <a:ext cx="16709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Non Dep</a:t>
            </a:r>
            <a:endParaRPr lang="zh-TW" altLang="en-US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graphicFrame>
        <p:nvGraphicFramePr>
          <p:cNvPr id="12" name="物件 11">
            <a:extLst>
              <a:ext uri="{FF2B5EF4-FFF2-40B4-BE49-F238E27FC236}">
                <a16:creationId xmlns:a16="http://schemas.microsoft.com/office/drawing/2014/main" id="{F0C5F39A-72DB-4B4D-A061-E61C440833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5704814"/>
              </p:ext>
            </p:extLst>
          </p:nvPr>
        </p:nvGraphicFramePr>
        <p:xfrm>
          <a:off x="2614949" y="3505200"/>
          <a:ext cx="7816458" cy="26490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Worksheet" r:id="rId6" imgW="6829371" imgH="2314575" progId="Excel.Sheet.12">
                  <p:embed/>
                </p:oleObj>
              </mc:Choice>
              <mc:Fallback>
                <p:oleObj name="Worksheet" r:id="rId6" imgW="6829371" imgH="231457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14949" y="3505200"/>
                        <a:ext cx="7816458" cy="26490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78193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後續實驗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將 </a:t>
            </a:r>
            <a:r>
              <a:rPr lang="en-US" altLang="zh-TW" sz="2400" dirty="0">
                <a:ea typeface="標楷體" panose="03000509000000000000" pitchFamily="65" charset="-120"/>
              </a:rPr>
              <a:t>QA pair </a:t>
            </a:r>
            <a:r>
              <a:rPr lang="zh-TW" altLang="en-US" sz="2400" dirty="0">
                <a:ea typeface="標楷體" panose="03000509000000000000" pitchFamily="65" charset="-120"/>
              </a:rPr>
              <a:t>特徵替換成只有 </a:t>
            </a:r>
            <a:r>
              <a:rPr lang="en-US" altLang="zh-TW" sz="2400" dirty="0">
                <a:ea typeface="標楷體" panose="03000509000000000000" pitchFamily="65" charset="-120"/>
              </a:rPr>
              <a:t>Question </a:t>
            </a:r>
            <a:r>
              <a:rPr lang="zh-TW" altLang="en-US" sz="2400" dirty="0">
                <a:ea typeface="標楷體" panose="03000509000000000000" pitchFamily="65" charset="-120"/>
              </a:rPr>
              <a:t>的特徵，測試模型能不能只透過問句檢測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70905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實驗使用模型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– PHQ8 score prediction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、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Depression Detection</a:t>
            </a:r>
            <a:endParaRPr lang="zh-TW" altLang="en-US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1A3C039-37AF-455F-96FC-FB1173BC4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8114"/>
            <a:ext cx="12192000" cy="428432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83D1C0DD-A2A2-4D8B-8828-63972E2DCF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64" y="1078476"/>
            <a:ext cx="3390900" cy="189547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E208684D-D103-42BA-9BAC-64E55FA354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326" y="4847475"/>
            <a:ext cx="3990975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489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371</Words>
  <Application>Microsoft Office PowerPoint</Application>
  <PresentationFormat>寬螢幕</PresentationFormat>
  <Paragraphs>104</Paragraphs>
  <Slides>8</Slides>
  <Notes>8</Notes>
  <HiddenSlides>0</HiddenSlides>
  <MMClips>0</MMClips>
  <ScaleCrop>false</ScaleCrop>
  <HeadingPairs>
    <vt:vector size="8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-apple-system</vt:lpstr>
      <vt:lpstr>Arial</vt:lpstr>
      <vt:lpstr>Calibri</vt:lpstr>
      <vt:lpstr>Calibri Light</vt:lpstr>
      <vt:lpstr>Office 佈景主題</vt:lpstr>
      <vt:lpstr>Microsoft Excel 工作表</vt:lpstr>
      <vt:lpstr>2025/06/10 Meeting Report</vt:lpstr>
      <vt:lpstr>實驗項目</vt:lpstr>
      <vt:lpstr>如何計算關注度</vt:lpstr>
      <vt:lpstr>Main question 與 follow up question</vt:lpstr>
      <vt:lpstr>只統計 Main question 的關注度</vt:lpstr>
      <vt:lpstr>只統計 Main question 的關注度</vt:lpstr>
      <vt:lpstr>後續實驗</vt:lpstr>
      <vt:lpstr>實驗使用模型– PHQ8 score prediction、Depression Detection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2025/05/06 Meeting Report</dc:title>
  <dc:creator>嘉均 簡</dc:creator>
  <cp:lastModifiedBy>嘉均 簡</cp:lastModifiedBy>
  <cp:revision>16</cp:revision>
  <dcterms:created xsi:type="dcterms:W3CDTF">2025-05-06T02:09:24Z</dcterms:created>
  <dcterms:modified xsi:type="dcterms:W3CDTF">2025-06-10T02:51:06Z</dcterms:modified>
</cp:coreProperties>
</file>