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332" r:id="rId3"/>
    <p:sldId id="318" r:id="rId4"/>
    <p:sldId id="32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98D86-35FF-464B-AC5C-0F9C48D31A33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548D5-B13F-4393-8625-D40F8EEA07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4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710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5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F662-7FAF-4F67-9DDB-4BC0D7651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0C418-D836-4B50-96D2-D4283C20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9035AC-8595-47ED-B2BE-9B2E49D9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06265D-C728-4478-A153-93058682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E9274F-DE70-4762-ADFE-706AC652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92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6BA4C2-2B18-4743-8464-A6D4A9F3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4F73AB-0B9A-49FA-8503-389ABE431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564C26-22AC-45CF-BC1E-61D0A4BF3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569B7-0C69-423F-A33D-B83DA612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86E0AC-D461-495F-AE0B-A7988512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444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204A-5240-4D95-9841-D249EDD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278C1A-36E7-4CF7-B4D8-1A52F5C5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95DF1-87FF-4F0A-AA1B-280ADBDA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4F1B8-4BE9-482D-BE56-DB702C05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DAB2B5-9939-4A74-963A-589A0D7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1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D912E-82DC-4AD3-BF8E-BD1B8EED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6CB662-73C8-457B-8E2F-7797747C5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B654CA-BBBE-4F3E-B481-66ECD0660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30A80-CBED-409A-972B-7777B803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2FB27D-8EF6-442E-8F3F-D99276F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FD760C-0D86-4E79-ADB8-F4BFC7CF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64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ED89C-49B7-49A5-8935-B7DAC96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4317DB-4057-4CBA-9055-89B63FE6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E2B698-D483-446F-8082-4E6AF9FF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E372D1-97C4-4ECD-813F-C7D3435A0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0AA514-78DB-4DF4-8AB8-62E8D56F8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CBDF13-7D65-497F-B175-EC7B9290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5A8D8-1080-4A3C-8406-A844B5D4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F6572ED-A949-4494-88FA-84FDF6D26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141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277C-6583-4932-970A-38D4F3EC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19D2B3A-AB22-453C-891B-548E58FA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4AF9BA-ECC0-4FB9-BB5F-30056680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B3DB565-CCD5-49B4-816C-20BF7D5B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715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5F4EEA-C383-426E-A5B6-6F8DB0CE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0223D-1F1F-4344-AEE9-69C62ACD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4396E3-4A32-4FBB-B477-F4944742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45FB0-7A5F-47CA-84F9-41345FEB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EEDB21-4A6E-48CE-B0F8-D705E688A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0A9D69-9DB8-4E0F-BF2E-75EED1A1B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D52267A-077F-41AE-AEBF-16D86CA3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59B22C-CC64-458D-85C9-6E6A630C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D5DA022-29EC-4188-9566-E559468E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3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F34FB3-C332-47EC-B6E2-D87DC68A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7C1733-2985-4EE2-BC31-1AB0DC333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4F9132B-6342-464C-A6FE-44F86CA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7D581A-9532-4EA8-A8CF-589B7729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3FC74B2-92BC-4EE5-A93C-F5208DF2D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E7E4B0-26CC-4BE5-9333-195CA3A6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083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B31BDC-65B0-43C9-9DC9-549C25EA5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D8F7EA-1AF6-4682-8FD4-7C78AB1E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EAC032-5EAE-4B93-94D6-F39115688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6F23B9-25A2-4DD1-B67B-4FD07EA2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363E9-15CA-4B6C-92BB-EA449FAA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50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35FF0E-1199-4F11-BA47-C27A538B9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34B4EE-0D05-4266-99A0-BE73C4CC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8AC70-FBF7-45E9-A949-46D4A534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B795C-69C1-4230-A473-BE1382B5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FBDD8B-61AC-4729-B741-4F0F62F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1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759509F-E024-4EFF-B447-B00922B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F2C4D7-54D0-4598-8D0F-242FF0500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258BC0-C5DD-4A79-AA63-52E0EBA43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558C6-0365-4CD3-897F-D9D1292AB17F}" type="datetimeFigureOut">
              <a:rPr lang="zh-TW" altLang="en-US" smtClean="0"/>
              <a:t>2025/6/11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D37587-747E-48D7-90AC-E3DE9DFEB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93475-DF23-413C-A0F9-36EAF2E06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91A8-B001-4A41-8F87-1BE2A7D67E7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0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2025/06/11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進度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幫資料集的 </a:t>
            </a:r>
            <a:r>
              <a:rPr lang="en-US" altLang="zh-TW" dirty="0" err="1">
                <a:ea typeface="標楷體" panose="03000509000000000000" pitchFamily="65" charset="-120"/>
              </a:rPr>
              <a:t>test_split</a:t>
            </a:r>
            <a:r>
              <a:rPr lang="en-US" altLang="zh-TW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內的問句寫轉錄檔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實驗比較手動轉錄檔與人工產生轉錄檔的差異</a:t>
            </a: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實驗項目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新的實驗資料集，</a:t>
            </a:r>
            <a:r>
              <a:rPr lang="en-US" altLang="zh-TW" sz="2400" dirty="0">
                <a:ea typeface="標楷體" panose="03000509000000000000" pitchFamily="65" charset="-120"/>
              </a:rPr>
              <a:t>DAIC-WOZ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 err="1">
                <a:ea typeface="標楷體" panose="03000509000000000000" pitchFamily="65" charset="-120"/>
              </a:rPr>
              <a:t>train_split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zh-TW" altLang="en-US" sz="2400" dirty="0">
                <a:ea typeface="標楷體" panose="03000509000000000000" pitchFamily="65" charset="-120"/>
              </a:rPr>
              <a:t> 跟 </a:t>
            </a: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endParaRPr lang="zh-TW" altLang="en-US" sz="24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dirty="0" err="1">
                <a:ea typeface="標楷體" panose="03000509000000000000" pitchFamily="65" charset="-120"/>
              </a:rPr>
              <a:t>Train_split</a:t>
            </a:r>
            <a:r>
              <a:rPr lang="en-US" altLang="zh-TW" dirty="0">
                <a:ea typeface="標楷體" panose="03000509000000000000" pitchFamily="65" charset="-120"/>
              </a:rPr>
              <a:t>: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107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31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76</a:t>
            </a:r>
            <a:endParaRPr lang="zh-TW" altLang="en-US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Dev_split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35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12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23</a:t>
            </a:r>
          </a:p>
          <a:p>
            <a:pPr lvl="1">
              <a:lnSpc>
                <a:spcPct val="120000"/>
              </a:lnSpc>
            </a:pPr>
            <a:r>
              <a:rPr lang="en-US" altLang="zh-TW" sz="2400" dirty="0" err="1">
                <a:ea typeface="標楷體" panose="03000509000000000000" pitchFamily="65" charset="-120"/>
              </a:rPr>
              <a:t>Test_split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dirty="0">
                <a:ea typeface="標楷體" panose="03000509000000000000" pitchFamily="65" charset="-120"/>
              </a:rPr>
              <a:t>總數 </a:t>
            </a:r>
            <a:r>
              <a:rPr lang="en-US" altLang="zh-TW" dirty="0">
                <a:ea typeface="標楷體" panose="03000509000000000000" pitchFamily="65" charset="-120"/>
              </a:rPr>
              <a:t>47</a:t>
            </a:r>
            <a:r>
              <a:rPr lang="zh-TW" altLang="en-US" dirty="0">
                <a:ea typeface="標楷體" panose="03000509000000000000" pitchFamily="65" charset="-120"/>
              </a:rPr>
              <a:t>、憂鬱症 </a:t>
            </a:r>
            <a:r>
              <a:rPr lang="en-US" altLang="zh-TW" dirty="0">
                <a:ea typeface="標楷體" panose="03000509000000000000" pitchFamily="65" charset="-120"/>
              </a:rPr>
              <a:t>14</a:t>
            </a:r>
            <a:r>
              <a:rPr lang="zh-TW" altLang="en-US" dirty="0">
                <a:ea typeface="標楷體" panose="03000509000000000000" pitchFamily="65" charset="-120"/>
              </a:rPr>
              <a:t>、非憂鬱症</a:t>
            </a:r>
            <a:r>
              <a:rPr lang="en-US" altLang="zh-TW" dirty="0">
                <a:ea typeface="標楷體" panose="03000509000000000000" pitchFamily="65" charset="-120"/>
              </a:rPr>
              <a:t>33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實驗數據將每個方法用 </a:t>
            </a:r>
            <a:r>
              <a:rPr lang="en-US" altLang="zh-TW" sz="2400" dirty="0">
                <a:ea typeface="標楷體" panose="03000509000000000000" pitchFamily="65" charset="-120"/>
              </a:rPr>
              <a:t>6 </a:t>
            </a:r>
            <a:r>
              <a:rPr lang="zh-TW" altLang="en-US" sz="2400" dirty="0">
                <a:ea typeface="標楷體" panose="03000509000000000000" pitchFamily="65" charset="-120"/>
              </a:rPr>
              <a:t>個種子的分數取平均 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551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6"/>
            <a:ext cx="11744588" cy="807152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C3BDC4BA-243A-45AC-BEE9-DD3748986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47826"/>
              </p:ext>
            </p:extLst>
          </p:nvPr>
        </p:nvGraphicFramePr>
        <p:xfrm>
          <a:off x="671950" y="825408"/>
          <a:ext cx="10577808" cy="1706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Worksheet" r:id="rId4" imgW="9153477" imgH="1476342" progId="Excel.Sheet.12">
                  <p:embed/>
                </p:oleObj>
              </mc:Choice>
              <mc:Fallback>
                <p:oleObj name="Worksheet" r:id="rId4" imgW="9153477" imgH="147634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1950" y="825408"/>
                        <a:ext cx="10577808" cy="1706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5143AE24-66E4-42B8-B8A0-4397B19BD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99142"/>
              </p:ext>
            </p:extLst>
          </p:nvPr>
        </p:nvGraphicFramePr>
        <p:xfrm>
          <a:off x="671950" y="2690812"/>
          <a:ext cx="10577808" cy="1706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Worksheet" r:id="rId6" imgW="9153477" imgH="1476342" progId="Excel.Sheet.12">
                  <p:embed/>
                </p:oleObj>
              </mc:Choice>
              <mc:Fallback>
                <p:oleObj name="Worksheet" r:id="rId6" imgW="9153477" imgH="147634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1950" y="2690812"/>
                        <a:ext cx="10577808" cy="1706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物件 16">
            <a:extLst>
              <a:ext uri="{FF2B5EF4-FFF2-40B4-BE49-F238E27FC236}">
                <a16:creationId xmlns:a16="http://schemas.microsoft.com/office/drawing/2014/main" id="{D0883E28-F84F-41B7-B183-F5F09E455F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808856"/>
              </p:ext>
            </p:extLst>
          </p:nvPr>
        </p:nvGraphicFramePr>
        <p:xfrm>
          <a:off x="671950" y="4611698"/>
          <a:ext cx="10577808" cy="1706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Worksheet" r:id="rId8" imgW="9153477" imgH="1476342" progId="Excel.Sheet.12">
                  <p:embed/>
                </p:oleObj>
              </mc:Choice>
              <mc:Fallback>
                <p:oleObj name="Worksheet" r:id="rId8" imgW="9153477" imgH="147634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1950" y="4611698"/>
                        <a:ext cx="10577808" cy="1706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95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217</Words>
  <Application>Microsoft Office PowerPoint</Application>
  <PresentationFormat>寬螢幕</PresentationFormat>
  <Paragraphs>51</Paragraphs>
  <Slides>4</Slides>
  <Notes>4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Office 佈景主題</vt:lpstr>
      <vt:lpstr>Microsoft Excel 工作表</vt:lpstr>
      <vt:lpstr>2025/06/11 Meeting Report</vt:lpstr>
      <vt:lpstr>進度</vt:lpstr>
      <vt:lpstr>實驗項目</vt:lpstr>
      <vt:lpstr>實驗結果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2025/05/06 Meeting Report</dc:title>
  <dc:creator>嘉均 簡</dc:creator>
  <cp:lastModifiedBy>嘉均 簡</cp:lastModifiedBy>
  <cp:revision>21</cp:revision>
  <dcterms:created xsi:type="dcterms:W3CDTF">2025-05-06T02:09:24Z</dcterms:created>
  <dcterms:modified xsi:type="dcterms:W3CDTF">2025-06-11T07:11:00Z</dcterms:modified>
</cp:coreProperties>
</file>