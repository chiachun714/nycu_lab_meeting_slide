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318" r:id="rId3"/>
    <p:sldId id="329" r:id="rId4"/>
    <p:sldId id="326" r:id="rId5"/>
    <p:sldId id="330" r:id="rId6"/>
    <p:sldId id="331" r:id="rId7"/>
    <p:sldId id="328" r:id="rId8"/>
    <p:sldId id="325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8D86-35FF-464B-AC5C-0F9C48D31A33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548D5-B13F-4393-8625-D40F8EEA07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40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110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112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270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390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79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049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2F662-7FAF-4F67-9DDB-4BC0D7651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A0C418-D836-4B50-96D2-D4283C20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9035AC-8595-47ED-B2BE-9B2E49D9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06265D-C728-4478-A153-93058682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E9274F-DE70-4762-ADFE-706AC652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92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BA4C2-2B18-4743-8464-A6D4A9F3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4F73AB-0B9A-49FA-8503-389ABE431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564C26-22AC-45CF-BC1E-61D0A4BF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4569B7-0C69-423F-A33D-B83DA612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86E0AC-D461-495F-AE0B-A7988512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44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204A-5240-4D95-9841-D249EDD2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278C1A-36E7-4CF7-B4D8-1A52F5C5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A95DF1-87FF-4F0A-AA1B-280ADBDA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4F1B8-4BE9-482D-BE56-DB702C05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AB2B5-9939-4A74-963A-589A0D7B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10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9D912E-82DC-4AD3-BF8E-BD1B8EED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6CB662-73C8-457B-8E2F-7797747C5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B654CA-BBBE-4F3E-B481-66ECD0660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30A80-CBED-409A-972B-7777B803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2FB27D-8EF6-442E-8F3F-D99276FE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FD760C-0D86-4E79-ADB8-F4BFC7CF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64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ED89C-49B7-49A5-8935-B7DAC96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4317DB-4057-4CBA-9055-89B63FE6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E2B698-D483-446F-8082-4E6AF9FF5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E372D1-97C4-4ECD-813F-C7D3435A0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0AA514-78DB-4DF4-8AB8-62E8D56F8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CBDF13-7D65-497F-B175-EC7B9290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75A8D8-1080-4A3C-8406-A844B5D4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F6572ED-A949-4494-88FA-84FDF6D2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141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9277C-6583-4932-970A-38D4F3EC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9D2B3A-AB22-453C-891B-548E58FA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4AF9BA-ECC0-4FB9-BB5F-30056680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3DB565-CCD5-49B4-816C-20BF7D5B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71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5F4EEA-C383-426E-A5B6-6F8DB0CE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50223D-1F1F-4344-AEE9-69C62ACD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4396E3-4A32-4FBB-B477-F4944742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30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45FB0-7A5F-47CA-84F9-41345FEB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EEDB21-4A6E-48CE-B0F8-D705E688A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0A9D69-9DB8-4E0F-BF2E-75EED1A1B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52267A-077F-41AE-AEBF-16D86CA3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59B22C-CC64-458D-85C9-6E6A630C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DA022-29EC-4188-9566-E559468E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23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34FB3-C332-47EC-B6E2-D87DC68A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7C1733-2985-4EE2-BC31-1AB0DC333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F9132B-6342-464C-A6FE-44F86CAC9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7D581A-9532-4EA8-A8CF-589B7729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3FC74B2-92BC-4EE5-A93C-F5208DF2D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E7E4B0-26CC-4BE5-9333-195CA3A6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83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31BDC-65B0-43C9-9DC9-549C25EA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D8F7EA-1AF6-4682-8FD4-7C78AB1E7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EAC032-5EAE-4B93-94D6-F3911568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6F23B9-25A2-4DD1-B67B-4FD07EA2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D363E9-15CA-4B6C-92BB-EA449FA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50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335FF0E-1199-4F11-BA47-C27A538B9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34B4EE-0D05-4266-99A0-BE73C4CC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8AC70-FBF7-45E9-A949-46D4A534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B795C-69C1-4230-A473-BE1382B5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FBDD8B-61AC-4729-B741-4F0F62F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15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759509F-E024-4EFF-B447-B00922B6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F2C4D7-54D0-4598-8D0F-242FF050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258BC0-C5DD-4A79-AA63-52E0EBA43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D37587-747E-48D7-90AC-E3DE9DFEB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293475-DF23-413C-A0F9-36EAF2E06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.xls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2025/06/10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實驗項目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 err="1">
                <a:ea typeface="標楷體" panose="03000509000000000000" pitchFamily="65" charset="-120"/>
              </a:rPr>
              <a:t>DepRoBERTa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特徵訓練模型，統計模型在判斷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dev_splits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裡的資料是憂鬱症還是非憂鬱症時會關注哪些部份的 </a:t>
            </a:r>
            <a:r>
              <a:rPr lang="en-US" altLang="zh-TW" sz="2400" dirty="0">
                <a:ea typeface="標楷體" panose="03000509000000000000" pitchFamily="65" charset="-120"/>
              </a:rPr>
              <a:t>QA pair</a:t>
            </a:r>
            <a:r>
              <a:rPr lang="zh-TW" altLang="en-US" sz="2400" dirty="0">
                <a:ea typeface="標楷體" panose="03000509000000000000" pitchFamily="65" charset="-120"/>
              </a:rPr>
              <a:t>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如何計算關注度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2B92B78-9032-4988-8B1B-F7EBB229E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1128"/>
            <a:ext cx="12192000" cy="428432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1C810F2-FC60-4E5D-A787-5B8FA084A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64" y="1188443"/>
            <a:ext cx="3390900" cy="18954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7B8EF9E-6197-4F18-91B6-97EF1C243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26" y="4889784"/>
            <a:ext cx="399097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39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Main question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與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follow up question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3F1E194-30EF-4C5C-8B26-E5E3BCF89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1153477"/>
            <a:ext cx="9315450" cy="21431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7581B92-8756-450B-BDAA-E8F23F99F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" y="3512704"/>
            <a:ext cx="982027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2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只統計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Main question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的關注度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BD0ADA-AF4C-4613-899C-6CF2BA946CB7}"/>
              </a:ext>
            </a:extLst>
          </p:cNvPr>
          <p:cNvSpPr txBox="1">
            <a:spLocks/>
          </p:cNvSpPr>
          <p:nvPr/>
        </p:nvSpPr>
        <p:spPr>
          <a:xfrm>
            <a:off x="473977" y="1186133"/>
            <a:ext cx="1069694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how are you at controlling your temper = 0.02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Can you tell me more about that = 0.002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Why = 0.001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how are you at controlling your temper = 0.023</a:t>
            </a: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996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Dev_split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中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Main question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的關注度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CD19696C-8989-4688-8050-90D363119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925770"/>
              </p:ext>
            </p:extLst>
          </p:nvPr>
        </p:nvGraphicFramePr>
        <p:xfrm>
          <a:off x="2614948" y="1033734"/>
          <a:ext cx="9244569" cy="2649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Worksheet" r:id="rId4" imgW="8077258" imgH="2314575" progId="Excel.Sheet.12">
                  <p:embed/>
                </p:oleObj>
              </mc:Choice>
              <mc:Fallback>
                <p:oleObj name="Worksheet" r:id="rId4" imgW="8077258" imgH="23145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4948" y="1033734"/>
                        <a:ext cx="9244569" cy="2649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標題 1">
            <a:extLst>
              <a:ext uri="{FF2B5EF4-FFF2-40B4-BE49-F238E27FC236}">
                <a16:creationId xmlns:a16="http://schemas.microsoft.com/office/drawing/2014/main" id="{3E887B08-6DFB-434E-A4C8-06D888DD5175}"/>
              </a:ext>
            </a:extLst>
          </p:cNvPr>
          <p:cNvSpPr txBox="1">
            <a:spLocks/>
          </p:cNvSpPr>
          <p:nvPr/>
        </p:nvSpPr>
        <p:spPr>
          <a:xfrm>
            <a:off x="685690" y="1617128"/>
            <a:ext cx="167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FBDE04CD-029B-4E82-A0BF-621EDFF22C8C}"/>
              </a:ext>
            </a:extLst>
          </p:cNvPr>
          <p:cNvSpPr txBox="1">
            <a:spLocks/>
          </p:cNvSpPr>
          <p:nvPr/>
        </p:nvSpPr>
        <p:spPr>
          <a:xfrm>
            <a:off x="653152" y="4113211"/>
            <a:ext cx="167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Non Dep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F0C5F39A-72DB-4B4D-A061-E61C44083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826291"/>
              </p:ext>
            </p:extLst>
          </p:nvPr>
        </p:nvGraphicFramePr>
        <p:xfrm>
          <a:off x="2614949" y="3858936"/>
          <a:ext cx="8459722" cy="2867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Worksheet" r:id="rId6" imgW="6829371" imgH="2314575" progId="Excel.Sheet.12">
                  <p:embed/>
                </p:oleObj>
              </mc:Choice>
              <mc:Fallback>
                <p:oleObj name="Worksheet" r:id="rId6" imgW="6829371" imgH="23145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14949" y="3858936"/>
                        <a:ext cx="8459722" cy="2867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819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將 </a:t>
            </a:r>
            <a:r>
              <a:rPr lang="en-US" altLang="zh-TW" sz="2400" dirty="0">
                <a:ea typeface="標楷體" panose="03000509000000000000" pitchFamily="65" charset="-120"/>
              </a:rPr>
              <a:t>QA pair </a:t>
            </a:r>
            <a:r>
              <a:rPr lang="zh-TW" altLang="en-US" sz="2400" dirty="0">
                <a:ea typeface="標楷體" panose="03000509000000000000" pitchFamily="65" charset="-120"/>
              </a:rPr>
              <a:t>特徵替換成只有 </a:t>
            </a:r>
            <a:r>
              <a:rPr lang="en-US" altLang="zh-TW" sz="2400" dirty="0">
                <a:ea typeface="標楷體" panose="03000509000000000000" pitchFamily="65" charset="-120"/>
              </a:rPr>
              <a:t>Question </a:t>
            </a:r>
            <a:r>
              <a:rPr lang="zh-TW" altLang="en-US" sz="2400" dirty="0">
                <a:ea typeface="標楷體" panose="03000509000000000000" pitchFamily="65" charset="-120"/>
              </a:rPr>
              <a:t>的特徵，測試模型能不能只透過問句檢測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090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實驗使用模型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PHQ8 score prediction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Depression Detection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A3C039-37AF-455F-96FC-FB1173BC4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8114"/>
            <a:ext cx="12192000" cy="428432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D1C0DD-A2A2-4D8B-8828-63972E2DC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64" y="1078476"/>
            <a:ext cx="3390900" cy="18954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208684D-D103-42BA-9BAC-64E55FA35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26" y="4847475"/>
            <a:ext cx="399097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8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373</Words>
  <Application>Microsoft Office PowerPoint</Application>
  <PresentationFormat>寬螢幕</PresentationFormat>
  <Paragraphs>104</Paragraphs>
  <Slides>8</Slides>
  <Notes>8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Office 佈景主題</vt:lpstr>
      <vt:lpstr>Microsoft Excel 工作表</vt:lpstr>
      <vt:lpstr>2025/06/10 Meeting Report</vt:lpstr>
      <vt:lpstr>實驗項目</vt:lpstr>
      <vt:lpstr>如何計算關注度</vt:lpstr>
      <vt:lpstr>Main question 與 follow up question</vt:lpstr>
      <vt:lpstr>只統計 Main question 的關注度</vt:lpstr>
      <vt:lpstr>Dev_split 中 Main question 的關注度</vt:lpstr>
      <vt:lpstr>後續實驗</vt:lpstr>
      <vt:lpstr>實驗使用模型– PHQ8 score prediction、Depression Detection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2025/05/06 Meeting Report</dc:title>
  <dc:creator>嘉均 簡</dc:creator>
  <cp:lastModifiedBy>嘉均 簡</cp:lastModifiedBy>
  <cp:revision>19</cp:revision>
  <dcterms:created xsi:type="dcterms:W3CDTF">2025-05-06T02:09:24Z</dcterms:created>
  <dcterms:modified xsi:type="dcterms:W3CDTF">2025-06-10T03:16:37Z</dcterms:modified>
</cp:coreProperties>
</file>