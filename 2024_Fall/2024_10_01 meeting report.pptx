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95" r:id="rId3"/>
    <p:sldId id="296" r:id="rId4"/>
    <p:sldId id="297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37857-10D2-4327-962A-B7C8BE33E5DA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795B7-0D33-424F-BDFF-A4768EE5A0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9408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8553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6668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3492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B556C3-D3E0-4DDD-9BC2-BD4E21C08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D6FD82F-91EF-4D0F-824E-9CA207E76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4A84472-B2DE-43D2-A825-8B3775B40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C59C-C284-4E7E-9224-9E9D6F61E143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E49BDB-A560-4CB1-AEDB-723F4D55E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69911C-7258-4A3E-A0CC-481F9A52B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4506-6EAA-4E2E-846A-97B26BDCAF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546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F7FCFD-216C-4746-8A3D-49BC17E0B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EABA70-AAB4-4008-96DD-FC105CC15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73B7C8-A035-4A13-BA8A-FCEA60A51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C59C-C284-4E7E-9224-9E9D6F61E143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EFF67F-9C74-4AB4-AD54-C622AE566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9FA64F-BF2E-422E-9956-D7295085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4506-6EAA-4E2E-846A-97B26BDCAF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313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CE6245-B4BB-4163-8C02-ED39F445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49236B4-F50A-4356-9C0D-728EC9C1C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B340E1-54A3-45EE-9370-A6430C24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C59C-C284-4E7E-9224-9E9D6F61E143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DABE23-C126-4033-82BF-ABED8A91D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B18F93-3D7F-4ADE-A0DF-25D9247D8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4506-6EAA-4E2E-846A-97B26BDCAF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2085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A042A0-753E-44EE-8994-12ABA4DB8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5CD93F-11F8-4FA6-B456-98AB1CF280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4023D28-D4FD-48CF-AB52-38376CF9D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32B59E4-2E0B-4D8A-9215-BE686CAB2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C59C-C284-4E7E-9224-9E9D6F61E143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D04A516-9325-4DD8-94CA-EB6ABC7E8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62FFD69-9F62-479E-ABE5-BA2948349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4506-6EAA-4E2E-846A-97B26BDCAF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672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13B4CD-01F5-44ED-AA08-8B0E359F8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B62AD7A-0682-4292-9D14-5E11B5F98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52C8876-51DE-4C52-8FD0-1C4F6E069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72E5F2D-71FE-4F25-8AD3-915894072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50DCF76-CBF5-451A-B11C-86F7EEE8D7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C8A443A-E1F2-4D90-95E1-9BDFA8929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C59C-C284-4E7E-9224-9E9D6F61E143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B4C9AED-74D4-48A0-BEBE-87925B3CD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B87EF72-54E6-491B-8099-6CDA2495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4506-6EAA-4E2E-846A-97B26BDCAF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4986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FF998D-ADA6-4604-A5A6-23ACD2815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CDF30DA-BD21-4A5A-8C75-1269D05D6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C59C-C284-4E7E-9224-9E9D6F61E143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4AF743E-D2E9-4455-ABC7-9DA43754D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9312D24-7B7B-4D25-8131-75100474D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4506-6EAA-4E2E-846A-97B26BDCAF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1959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E7BE3BD-DF4A-459C-9BC6-1795E9F66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C59C-C284-4E7E-9224-9E9D6F61E143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40F4F13-50DA-4D6F-96C2-4F46E5A2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533C26-BD90-499F-8854-D66A70EA3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4506-6EAA-4E2E-846A-97B26BDCAF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4384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5558E6-C3A1-4F53-9DB9-70BAF31A6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7E1850-3659-4520-890E-A2CF06F8D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48CF40B-9CB6-484B-859C-F8299EF1F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D03E92C-6422-43F1-ADF3-20317E6B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C59C-C284-4E7E-9224-9E9D6F61E143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10E269B-6DC4-4C92-8DC9-41D035CFF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3EC2D3F-C62E-4746-9596-BB2EC101F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4506-6EAA-4E2E-846A-97B26BDCAF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1506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9B9CEA-AEDF-4BEF-9967-B93705783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61460BA-9894-439A-ADB1-822D77ED18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E0AB9EE-0AC8-47E6-BB03-344329F72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5C0880A-BF4F-461B-BC03-CCA3114C2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C59C-C284-4E7E-9224-9E9D6F61E143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1D53BE8-33B8-47E5-8704-0F801BCED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345E4E4-520A-4C1F-B9D9-CAD283BAB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4506-6EAA-4E2E-846A-97B26BDCAF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0490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482702-28F1-4902-A541-4431C37CC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DD98A4-6C5A-4128-9695-CD14EC547F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1E8820-0D85-4CC9-830A-1B941F0ED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C59C-C284-4E7E-9224-9E9D6F61E143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ED930EE-B31F-4BE9-88D6-25E36205E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1E0639-49A2-44EC-9C5D-7F0AC0A92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4506-6EAA-4E2E-846A-97B26BDCAF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6017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CBA701B-6D5F-442D-99CF-D457C1151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D75D09E-FC8E-4BF9-8C14-B3BD53F36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E2C1AB-6DC1-4465-B7F6-798F12D29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C59C-C284-4E7E-9224-9E9D6F61E143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FDB810-C728-48AB-A468-9DEBA14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37DB62-B84E-4B97-BECA-343B48E65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4506-6EAA-4E2E-846A-97B26BDCAF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274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C401EA3-733D-41F8-A84E-E3C015A2F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61B3D13-9D03-4FC6-BF5A-CD5BFF10E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C06260E-F629-4ABE-952A-21C47B66B0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EC59C-C284-4E7E-9224-9E9D6F61E143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F948DA-2A07-43BC-A854-E7AC569C5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FCEAD0-F688-4480-9987-0131F6B746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C4506-6EAA-4E2E-846A-97B26BDCAF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883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2024/10/01 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研究主題發想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– Problems of Multimodality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DDF0BF7-6B64-42D1-8AE5-7519C4C83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2757113"/>
            <a:ext cx="12192000" cy="3956457"/>
          </a:xfrm>
          <a:prstGeom prst="rect">
            <a:avLst/>
          </a:prstGeom>
        </p:spPr>
      </p:pic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3B968AB2-95CB-4E6B-BA62-4B98275EA298}"/>
              </a:ext>
            </a:extLst>
          </p:cNvPr>
          <p:cNvSpPr txBox="1">
            <a:spLocks/>
          </p:cNvSpPr>
          <p:nvPr/>
        </p:nvSpPr>
        <p:spPr>
          <a:xfrm>
            <a:off x="555419" y="1103687"/>
            <a:ext cx="11081159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從語音</a:t>
            </a:r>
            <a:r>
              <a:rPr lang="en-US" altLang="zh-TW" sz="2400" dirty="0">
                <a:ea typeface="標楷體" panose="03000509000000000000" pitchFamily="65" charset="-120"/>
              </a:rPr>
              <a:t>(audio)</a:t>
            </a:r>
            <a:r>
              <a:rPr lang="zh-TW" altLang="en-US" sz="2400" dirty="0">
                <a:ea typeface="標楷體" panose="03000509000000000000" pitchFamily="65" charset="-120"/>
              </a:rPr>
              <a:t>輸入去擷取韻律</a:t>
            </a:r>
            <a:r>
              <a:rPr lang="en-US" altLang="zh-TW" sz="2400" dirty="0">
                <a:ea typeface="標楷體" panose="03000509000000000000" pitchFamily="65" charset="-120"/>
              </a:rPr>
              <a:t>(prosody)</a:t>
            </a:r>
            <a:r>
              <a:rPr lang="zh-TW" altLang="en-US" sz="2400" dirty="0">
                <a:ea typeface="標楷體" panose="03000509000000000000" pitchFamily="65" charset="-120"/>
              </a:rPr>
              <a:t>、共振峰</a:t>
            </a:r>
            <a:r>
              <a:rPr lang="en-US" altLang="zh-TW" sz="2400" dirty="0">
                <a:ea typeface="標楷體" panose="03000509000000000000" pitchFamily="65" charset="-120"/>
              </a:rPr>
              <a:t>(formant)</a:t>
            </a:r>
            <a:r>
              <a:rPr lang="zh-TW" altLang="en-US" sz="2400" dirty="0">
                <a:ea typeface="標楷體" panose="03000509000000000000" pitchFamily="65" charset="-120"/>
              </a:rPr>
              <a:t>、頻譜</a:t>
            </a:r>
            <a:r>
              <a:rPr lang="en-US" altLang="zh-TW" sz="2400" dirty="0">
                <a:ea typeface="標楷體" panose="03000509000000000000" pitchFamily="65" charset="-120"/>
              </a:rPr>
              <a:t>(spectral)</a:t>
            </a:r>
            <a:r>
              <a:rPr lang="zh-TW" altLang="en-US" sz="2400" dirty="0">
                <a:ea typeface="標楷體" panose="03000509000000000000" pitchFamily="65" charset="-120"/>
              </a:rPr>
              <a:t>特徵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從文字</a:t>
            </a:r>
            <a:r>
              <a:rPr lang="en-US" altLang="zh-TW" sz="2400" dirty="0">
                <a:ea typeface="標楷體" panose="03000509000000000000" pitchFamily="65" charset="-120"/>
              </a:rPr>
              <a:t>(text)</a:t>
            </a:r>
            <a:r>
              <a:rPr lang="zh-TW" altLang="en-US" sz="2400" dirty="0">
                <a:ea typeface="標楷體" panose="03000509000000000000" pitchFamily="65" charset="-120"/>
              </a:rPr>
              <a:t>輸入去擷取上下文的語意</a:t>
            </a:r>
            <a:r>
              <a:rPr lang="en-US" altLang="zh-TW" sz="2400" dirty="0">
                <a:ea typeface="標楷體" panose="03000509000000000000" pitchFamily="65" charset="-120"/>
              </a:rPr>
              <a:t>(semantic)</a:t>
            </a:r>
            <a:r>
              <a:rPr lang="zh-TW" altLang="en-US" sz="2400" dirty="0">
                <a:ea typeface="標楷體" panose="03000509000000000000" pitchFamily="65" charset="-120"/>
              </a:rPr>
              <a:t>特徵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在實際應用需要有人工標記的轉錄檔</a:t>
            </a:r>
            <a:r>
              <a:rPr lang="en-US" altLang="zh-TW" sz="2400" dirty="0">
                <a:ea typeface="標楷體" panose="03000509000000000000" pitchFamily="65" charset="-120"/>
              </a:rPr>
              <a:t>(human labeled transcription)</a:t>
            </a: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07420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研究主題發想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– replace the human-labeled transcription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DDF0BF7-6B64-42D1-8AE5-7519C4C83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460637"/>
            <a:ext cx="12192000" cy="3956457"/>
          </a:xfrm>
          <a:prstGeom prst="rect">
            <a:avLst/>
          </a:prstGeom>
        </p:spPr>
      </p:pic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3B968AB2-95CB-4E6B-BA62-4B98275EA298}"/>
              </a:ext>
            </a:extLst>
          </p:cNvPr>
          <p:cNvSpPr txBox="1">
            <a:spLocks/>
          </p:cNvSpPr>
          <p:nvPr/>
        </p:nvSpPr>
        <p:spPr>
          <a:xfrm>
            <a:off x="555419" y="1103687"/>
            <a:ext cx="11081159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用 </a:t>
            </a:r>
            <a:r>
              <a:rPr lang="en-US" altLang="zh-TW" sz="2400" dirty="0">
                <a:ea typeface="標楷體" panose="03000509000000000000" pitchFamily="65" charset="-120"/>
              </a:rPr>
              <a:t>ASR (Automatic Speech Recognition) </a:t>
            </a:r>
            <a:r>
              <a:rPr lang="zh-TW" altLang="en-US" sz="2400" dirty="0">
                <a:ea typeface="標楷體" panose="03000509000000000000" pitchFamily="65" charset="-120"/>
              </a:rPr>
              <a:t>模型取代 </a:t>
            </a:r>
            <a:r>
              <a:rPr lang="en-US" altLang="zh-TW" sz="2400" dirty="0">
                <a:ea typeface="標楷體" panose="03000509000000000000" pitchFamily="65" charset="-120"/>
              </a:rPr>
              <a:t>human-labeled </a:t>
            </a:r>
            <a:r>
              <a:rPr lang="en-US" altLang="zh-TW" sz="24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transcription</a:t>
            </a:r>
          </a:p>
        </p:txBody>
      </p:sp>
    </p:spTree>
    <p:extLst>
      <p:ext uri="{BB962C8B-B14F-4D97-AF65-F5344CB8AC3E}">
        <p14:creationId xmlns:p14="http://schemas.microsoft.com/office/powerpoint/2010/main" val="2740709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研究主題發想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– Use audio to capture semantic information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3B968AB2-95CB-4E6B-BA62-4B98275EA298}"/>
              </a:ext>
            </a:extLst>
          </p:cNvPr>
          <p:cNvSpPr txBox="1">
            <a:spLocks/>
          </p:cNvSpPr>
          <p:nvPr/>
        </p:nvSpPr>
        <p:spPr>
          <a:xfrm>
            <a:off x="555419" y="1103687"/>
            <a:ext cx="11081159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 Audio embedding model</a:t>
            </a:r>
          </a:p>
          <a:p>
            <a:pPr lvl="1">
              <a:lnSpc>
                <a:spcPct val="100000"/>
              </a:lnSpc>
            </a:pP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Speech2Vec</a:t>
            </a:r>
          </a:p>
          <a:p>
            <a:pPr lvl="1">
              <a:lnSpc>
                <a:spcPct val="100000"/>
              </a:lnSpc>
            </a:pPr>
            <a:r>
              <a:rPr lang="en-US" altLang="zh-TW" sz="20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VGGish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(Google)</a:t>
            </a:r>
          </a:p>
          <a:p>
            <a:pPr lvl="1">
              <a:lnSpc>
                <a:spcPct val="100000"/>
              </a:lnSpc>
            </a:pPr>
            <a:r>
              <a:rPr lang="en-US" altLang="zh-TW" sz="20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SpeechBERT</a:t>
            </a:r>
            <a:endParaRPr lang="en-US" altLang="zh-TW" sz="20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Wav2Vec 2.0 (Facebook AI)</a:t>
            </a:r>
          </a:p>
          <a:p>
            <a:pPr lvl="1">
              <a:lnSpc>
                <a:spcPct val="100000"/>
              </a:lnSpc>
            </a:pPr>
            <a:r>
              <a:rPr lang="en-US" altLang="zh-TW" sz="20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HuBERT</a:t>
            </a:r>
            <a:endParaRPr lang="en-US" altLang="zh-TW" sz="20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7D247EF-A787-4887-A5A3-9131D1A90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014" y="1133323"/>
            <a:ext cx="7784986" cy="198835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324F0E1-1040-4471-889F-F4089A927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449" y="3228163"/>
            <a:ext cx="7784986" cy="175296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CD819A8-B8C8-45D4-BD32-C4807DA0B2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5076" y="5260810"/>
            <a:ext cx="10467975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14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220</Words>
  <Application>Microsoft Office PowerPoint</Application>
  <PresentationFormat>寬螢幕</PresentationFormat>
  <Paragraphs>43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-apple-system</vt:lpstr>
      <vt:lpstr>Arial</vt:lpstr>
      <vt:lpstr>Calibri</vt:lpstr>
      <vt:lpstr>Calibri Light</vt:lpstr>
      <vt:lpstr>Office 佈景主題</vt:lpstr>
      <vt:lpstr>2024/10/01 Meeting Report</vt:lpstr>
      <vt:lpstr>研究主題發想 – Problems of Multimodality</vt:lpstr>
      <vt:lpstr>研究主題發想 – replace the human-labeled transcription</vt:lpstr>
      <vt:lpstr>研究主題發想 – Use audio to capture semantic information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2024/10/01 Meeting Report</dc:title>
  <dc:creator>嘉均 簡</dc:creator>
  <cp:lastModifiedBy>嘉均 簡</cp:lastModifiedBy>
  <cp:revision>9</cp:revision>
  <dcterms:created xsi:type="dcterms:W3CDTF">2024-10-01T05:31:42Z</dcterms:created>
  <dcterms:modified xsi:type="dcterms:W3CDTF">2024-10-01T06:10:22Z</dcterms:modified>
</cp:coreProperties>
</file>