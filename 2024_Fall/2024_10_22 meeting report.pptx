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97" r:id="rId3"/>
    <p:sldId id="308" r:id="rId4"/>
    <p:sldId id="298" r:id="rId5"/>
    <p:sldId id="299" r:id="rId6"/>
    <p:sldId id="300" r:id="rId7"/>
    <p:sldId id="301" r:id="rId8"/>
    <p:sldId id="303" r:id="rId9"/>
    <p:sldId id="304" r:id="rId10"/>
    <p:sldId id="305" r:id="rId11"/>
    <p:sldId id="306" r:id="rId12"/>
    <p:sldId id="307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嘉均 簡" initials="嘉均" lastIdx="1" clrIdx="0">
    <p:extLst>
      <p:ext uri="{19B8F6BF-5375-455C-9EA6-DF929625EA0E}">
        <p15:presenceInfo xmlns:p15="http://schemas.microsoft.com/office/powerpoint/2012/main" userId="853819b13743579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B6BF49-2437-431A-B908-A11813C1ABBD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72CCC-F918-4DF3-8DBE-BCB2DCECC0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1344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9804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2132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8330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9439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4313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6674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864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7386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4693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8209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6598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EB3E0D-FB76-41BC-AE70-D0B1D0C9D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AA80A32-6489-46B9-A39E-DE204C0CC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A1BC12-617D-45D5-B199-9CCD9C02D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DF544-B491-4E3D-891A-8A20C68E4500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47393A-1DDD-49FA-9A9D-613E78F5C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41B85B-EE62-4A61-B236-029E623C1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2C53-54A7-4EBD-BE38-7BF20EDDB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09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9DF3F1-C546-455F-97F3-FD4969ACE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48E0E1-47DF-4677-BC66-EC2F188EB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2CCF4F-67B8-47EC-AF0F-EA4A35730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DF544-B491-4E3D-891A-8A20C68E4500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77EC3F-C931-4348-AEEE-DB0CD7DD8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5A013C-2675-43BD-B064-DAAA0456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2C53-54A7-4EBD-BE38-7BF20EDDB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89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CFCB08-D70A-4539-9850-5C4B09B41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4264613-467E-48F2-B944-C609D9FFE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F4F67D-D4EA-4287-808C-3FC1A5DF6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DF544-B491-4E3D-891A-8A20C68E4500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B49B6E-593D-465D-B4BD-9C6CBAD50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58E753-3F3E-4D66-8421-F8887AFC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2C53-54A7-4EBD-BE38-7BF20EDDB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7730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8E9080-2ABC-491A-A536-A0A07E4E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4F5D1F-1577-4EE9-AFC5-D18F195FC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D183734-9CFB-429D-8846-1D153A4F1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280E8BD-83A9-403B-A013-E602D72F0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DF544-B491-4E3D-891A-8A20C68E4500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3589A3F-3864-4327-BA8F-34E816DC8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E1B271-3B9E-4E5C-85A4-FD16B2FB4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2C53-54A7-4EBD-BE38-7BF20EDDB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49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5E5C0F-9CAE-4F74-B19F-1EFB1FEF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235827F-2357-474A-8122-6161344B4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2FDD643-F622-444E-AB7B-D1469519D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C1CA06F-BDD7-4F32-843E-E274EA028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25DE33D-8319-471C-84D1-66D7B8B13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BA9DAD2-14F7-42DC-8A31-8A8AD7024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DF544-B491-4E3D-891A-8A20C68E4500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3C62CC7-0D7D-4ED8-9E0B-81685F660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44AA2DC-91A5-4667-9ED9-95E76C03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2C53-54A7-4EBD-BE38-7BF20EDDB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6722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033DC4-937A-4594-B918-E784AE84C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5F3DA3E-3CAA-4486-A1F7-59C66D1F7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DF544-B491-4E3D-891A-8A20C68E4500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D6F83E4-E2E8-41CE-BD2A-561FCBB54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A6470F3-9099-4E67-9C55-B229843E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2C53-54A7-4EBD-BE38-7BF20EDDB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3666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518CC9D-5A98-4F2D-9F85-B68F0CA88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DF544-B491-4E3D-891A-8A20C68E4500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F0687DD-C185-45EC-938D-00CABE8E1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586B8B-FA4E-4A32-8FBF-FB41C4A9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2C53-54A7-4EBD-BE38-7BF20EDDB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6497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8B8F65-C7DF-4D22-8053-269EC0B26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AA616F-D4BC-486D-9BE9-89F17896E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1178EEC-EB7B-4AA7-AD80-79CA6F52A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A7C72B1-A5A0-41EF-B654-9FE40DB3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DF544-B491-4E3D-891A-8A20C68E4500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28AD0F-99B7-437A-9928-CE0416FF6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492689-F6EB-495C-B479-1981569D7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2C53-54A7-4EBD-BE38-7BF20EDDB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2550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5754D0-832A-4FF8-95A2-772D52A7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2B8154F-4B0E-4B90-896E-626198FF76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39786D4-742F-4CDC-8B17-4F625DDDE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A9AC44E-67FC-44CF-BCA2-4C2B6ACDB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DF544-B491-4E3D-891A-8A20C68E4500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16C2AEC-29FE-4AAE-822B-98909898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EAD8F31-DFE7-4298-BEC3-4AF794A91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2C53-54A7-4EBD-BE38-7BF20EDDB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2192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5718BC-4F55-4F3E-962E-C91493CB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A1CC77B-1303-4A89-B91F-34606BB00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FA6D2A-F42A-4D73-A42C-CEE871E3E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DF544-B491-4E3D-891A-8A20C68E4500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54B10EE-E14B-4DBF-8383-C7FC8198D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0A908F-6918-49AA-9FF1-735A9F84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2C53-54A7-4EBD-BE38-7BF20EDDB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34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533896D-7591-45AD-9C2C-EDC3390D7F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420120E-CC9B-4CCC-A936-263D93EF3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C1B488-08C2-4DA1-B121-A6C7F369A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DF544-B491-4E3D-891A-8A20C68E4500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03DCA1-9034-4086-ABBF-A4D62871E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C9329E-EF10-4F18-9E54-F21974CF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D2C53-54A7-4EBD-BE38-7BF20EDDB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242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6160099-436A-45FA-88BD-F3B4F655A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E01E5F-D4D0-446E-B5B0-B5BAA06B9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70794D-21C0-4AAB-B37A-81FF1C1597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DF544-B491-4E3D-891A-8A20C68E4500}" type="datetimeFigureOut">
              <a:rPr lang="zh-TW" altLang="en-US" smtClean="0"/>
              <a:t>2024/10/22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BA00A1-E925-40A9-A2C3-D1E9C18D9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2E2C7E-D45C-40FB-8DBE-EB0B08E00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D2C53-54A7-4EBD-BE38-7BF20EDDB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799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2024/10/22 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How does GRU/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BiLSTM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-based Model Work ?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B968AB2-95CB-4E6B-BA62-4B98275EA298}"/>
              </a:ext>
            </a:extLst>
          </p:cNvPr>
          <p:cNvSpPr txBox="1">
            <a:spLocks/>
          </p:cNvSpPr>
          <p:nvPr/>
        </p:nvSpPr>
        <p:spPr>
          <a:xfrm>
            <a:off x="555419" y="1103687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2022 - Automatic Depression Detection: a GRU/ </a:t>
            </a:r>
            <a:r>
              <a:rPr lang="en-US" altLang="zh-TW" sz="2400" dirty="0" err="1">
                <a:ea typeface="標楷體" panose="03000509000000000000" pitchFamily="65" charset="-120"/>
              </a:rPr>
              <a:t>BiLSTM</a:t>
            </a:r>
            <a:r>
              <a:rPr lang="en-US" altLang="zh-TW" sz="2400" dirty="0">
                <a:ea typeface="標楷體" panose="03000509000000000000" pitchFamily="65" charset="-120"/>
              </a:rPr>
              <a:t>-based Model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8B619A0-DFCE-47CB-A16A-7D861B301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00" y="1583949"/>
            <a:ext cx="11434196" cy="524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880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How does GRU/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BiLSTM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-based Model Work ?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72BC30A-C3AE-41B0-BAFB-82DDA985D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99" y="1231128"/>
            <a:ext cx="998220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8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EATD-Corpus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B968AB2-95CB-4E6B-BA62-4B98275EA298}"/>
              </a:ext>
            </a:extLst>
          </p:cNvPr>
          <p:cNvSpPr txBox="1">
            <a:spLocks/>
          </p:cNvSpPr>
          <p:nvPr/>
        </p:nvSpPr>
        <p:spPr>
          <a:xfrm>
            <a:off x="555419" y="1103687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Each patient answers 3 questions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FC504FF-0BD6-4C08-B131-56B873A40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35" y="2084993"/>
            <a:ext cx="1037272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488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Step 1: Text Feature Preparation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4B0B312-0C33-4FAE-9391-25C5E9521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86" y="1231128"/>
            <a:ext cx="9191625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69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Step 2: Audio Feature Preparation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ED7E77F-A178-493C-8F44-A71360BA2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4" y="1712935"/>
            <a:ext cx="1042035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989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Training Feature Preparation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B9A08FF-A519-4143-8CC3-F6BCF787E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174" y="1457325"/>
            <a:ext cx="828675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871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Step 3: Text feature processing 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E15EDC4-DB62-4BF9-9F8E-77846E347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1" y="1599407"/>
            <a:ext cx="11649075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621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Step 4: Audio feature processing 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A8A2B8B-9724-4B63-8EDA-87B4A8495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212" y="1604962"/>
            <a:ext cx="802957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879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Step 5: Fusion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48327AD-FDEC-4A37-A133-CD2AC4371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959" y="942225"/>
            <a:ext cx="54483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458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Flow chart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C07FE04-B0C7-4B0C-BBF9-DF3930E44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4" y="1053299"/>
            <a:ext cx="11982450" cy="57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92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Note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14B1A38-EABA-414B-B376-13496455D5F3}"/>
              </a:ext>
            </a:extLst>
          </p:cNvPr>
          <p:cNvSpPr txBox="1">
            <a:spLocks/>
          </p:cNvSpPr>
          <p:nvPr/>
        </p:nvSpPr>
        <p:spPr>
          <a:xfrm>
            <a:off x="555418" y="1103687"/>
            <a:ext cx="11636581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Elmo </a:t>
            </a:r>
            <a:r>
              <a:rPr lang="zh-TW" altLang="en-US" sz="2400" dirty="0">
                <a:ea typeface="標楷體" panose="03000509000000000000" pitchFamily="65" charset="-120"/>
              </a:rPr>
              <a:t>是 </a:t>
            </a:r>
            <a:r>
              <a:rPr lang="en-US" altLang="zh-TW" sz="2400" dirty="0">
                <a:ea typeface="標楷體" panose="03000509000000000000" pitchFamily="65" charset="-120"/>
              </a:rPr>
              <a:t>pretrained model</a:t>
            </a:r>
          </a:p>
          <a:p>
            <a:pPr>
              <a:lnSpc>
                <a:spcPct val="100000"/>
              </a:lnSpc>
            </a:pPr>
            <a:r>
              <a:rPr lang="en-US" altLang="zh-TW" sz="2400" dirty="0" err="1">
                <a:ea typeface="標楷體" panose="03000509000000000000" pitchFamily="65" charset="-120"/>
              </a:rPr>
              <a:t>NetVLAD</a:t>
            </a:r>
            <a:r>
              <a:rPr lang="zh-TW" altLang="en-US" sz="2400" dirty="0">
                <a:ea typeface="標楷體" panose="03000509000000000000" pitchFamily="65" charset="-120"/>
              </a:rPr>
              <a:t> 沒有做訓練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Elmo is used to make variable lengths of a sentence into fix sized feature</a:t>
            </a:r>
          </a:p>
          <a:p>
            <a:pPr>
              <a:lnSpc>
                <a:spcPct val="100000"/>
              </a:lnSpc>
            </a:pPr>
            <a:r>
              <a:rPr lang="en-US" altLang="zh-TW" sz="2400" dirty="0" err="1">
                <a:ea typeface="標楷體" panose="03000509000000000000" pitchFamily="65" charset="-120"/>
              </a:rPr>
              <a:t>BiLSTM</a:t>
            </a:r>
            <a:r>
              <a:rPr lang="en-US" altLang="zh-TW" sz="2400" dirty="0">
                <a:ea typeface="標楷體" panose="03000509000000000000" pitchFamily="65" charset="-120"/>
              </a:rPr>
              <a:t> is used to make variable numbers of features into one 1D embedding</a:t>
            </a:r>
          </a:p>
          <a:p>
            <a:pPr>
              <a:lnSpc>
                <a:spcPct val="100000"/>
              </a:lnSpc>
            </a:pPr>
            <a:r>
              <a:rPr lang="en-US" altLang="zh-TW" sz="2400" dirty="0" err="1">
                <a:ea typeface="標楷體" panose="03000509000000000000" pitchFamily="65" charset="-120"/>
              </a:rPr>
              <a:t>NetVLAD</a:t>
            </a:r>
            <a:r>
              <a:rPr lang="en-US" altLang="zh-TW" sz="2400" dirty="0">
                <a:ea typeface="標楷體" panose="03000509000000000000" pitchFamily="65" charset="-120"/>
              </a:rPr>
              <a:t> is used to make variable lengths of an audio signal into fix sized feature</a:t>
            </a:r>
          </a:p>
          <a:p>
            <a:pPr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GRU is used to make variable numbers of features into one 1D embedding</a:t>
            </a: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80355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519</Words>
  <Application>Microsoft Office PowerPoint</Application>
  <PresentationFormat>寬螢幕</PresentationFormat>
  <Paragraphs>125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-apple-system</vt:lpstr>
      <vt:lpstr>Arial</vt:lpstr>
      <vt:lpstr>Calibri</vt:lpstr>
      <vt:lpstr>Calibri Light</vt:lpstr>
      <vt:lpstr>Office 佈景主題</vt:lpstr>
      <vt:lpstr>2024/10/22 Meeting Report</vt:lpstr>
      <vt:lpstr>How does GRU/ BiLSTM-based Model Work ?</vt:lpstr>
      <vt:lpstr>How does GRU/ BiLSTM-based Model Work ?</vt:lpstr>
      <vt:lpstr>EATD-Corpus</vt:lpstr>
      <vt:lpstr>Step 1: Text Feature Preparation</vt:lpstr>
      <vt:lpstr>Step 2: Audio Feature Preparation</vt:lpstr>
      <vt:lpstr>Training Feature Preparation</vt:lpstr>
      <vt:lpstr>Step 3: Text feature processing </vt:lpstr>
      <vt:lpstr>Step 4: Audio feature processing </vt:lpstr>
      <vt:lpstr>Step 5: Fusion</vt:lpstr>
      <vt:lpstr>Flow chart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2024/10/22 Meeting Report</dc:title>
  <dc:creator>嘉均 簡</dc:creator>
  <cp:lastModifiedBy>嘉均 簡</cp:lastModifiedBy>
  <cp:revision>12</cp:revision>
  <dcterms:created xsi:type="dcterms:W3CDTF">2024-10-22T04:46:24Z</dcterms:created>
  <dcterms:modified xsi:type="dcterms:W3CDTF">2024-10-22T07:03:42Z</dcterms:modified>
</cp:coreProperties>
</file>