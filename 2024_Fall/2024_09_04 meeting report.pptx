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7" r:id="rId2"/>
    <p:sldId id="294" r:id="rId3"/>
    <p:sldId id="296" r:id="rId4"/>
    <p:sldId id="295" r:id="rId5"/>
    <p:sldId id="297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嘉均 簡" userId="853819b13743579f" providerId="LiveId" clId="{9FD83E18-3E06-438B-BF66-A698D0D82BA0}"/>
    <pc:docChg chg="custSel addSld modSld">
      <pc:chgData name="嘉均 簡" userId="853819b13743579f" providerId="LiveId" clId="{9FD83E18-3E06-438B-BF66-A698D0D82BA0}" dt="2024-08-28T05:26:02.055" v="149"/>
      <pc:docMkLst>
        <pc:docMk/>
      </pc:docMkLst>
      <pc:sldChg chg="modSp mod">
        <pc:chgData name="嘉均 簡" userId="853819b13743579f" providerId="LiveId" clId="{9FD83E18-3E06-438B-BF66-A698D0D82BA0}" dt="2024-08-28T05:24:56.713" v="148" actId="20577"/>
        <pc:sldMkLst>
          <pc:docMk/>
          <pc:sldMk cId="2981016354" sldId="294"/>
        </pc:sldMkLst>
        <pc:spChg chg="mod">
          <ac:chgData name="嘉均 簡" userId="853819b13743579f" providerId="LiveId" clId="{9FD83E18-3E06-438B-BF66-A698D0D82BA0}" dt="2024-08-28T05:24:56.713" v="148" actId="20577"/>
          <ac:spMkLst>
            <pc:docMk/>
            <pc:sldMk cId="2981016354" sldId="294"/>
            <ac:spMk id="10" creationId="{7C713D23-974C-4181-9FEF-93A19A6D4719}"/>
          </ac:spMkLst>
        </pc:spChg>
      </pc:sldChg>
      <pc:sldChg chg="delSp modSp add mod">
        <pc:chgData name="嘉均 簡" userId="853819b13743579f" providerId="LiveId" clId="{9FD83E18-3E06-438B-BF66-A698D0D82BA0}" dt="2024-08-28T05:19:00.519" v="143" actId="1076"/>
        <pc:sldMkLst>
          <pc:docMk/>
          <pc:sldMk cId="2479560092" sldId="295"/>
        </pc:sldMkLst>
        <pc:spChg chg="mod">
          <ac:chgData name="嘉均 簡" userId="853819b13743579f" providerId="LiveId" clId="{9FD83E18-3E06-438B-BF66-A698D0D82BA0}" dt="2024-08-28T05:18:52.379" v="141" actId="20577"/>
          <ac:spMkLst>
            <pc:docMk/>
            <pc:sldMk cId="2479560092" sldId="295"/>
            <ac:spMk id="5" creationId="{52C9CFC8-97B7-40C2-88BC-4B89FD014CD9}"/>
          </ac:spMkLst>
        </pc:spChg>
        <pc:spChg chg="del">
          <ac:chgData name="嘉均 簡" userId="853819b13743579f" providerId="LiveId" clId="{9FD83E18-3E06-438B-BF66-A698D0D82BA0}" dt="2024-08-28T05:18:58.985" v="142" actId="478"/>
          <ac:spMkLst>
            <pc:docMk/>
            <pc:sldMk cId="2479560092" sldId="295"/>
            <ac:spMk id="10" creationId="{7C713D23-974C-4181-9FEF-93A19A6D4719}"/>
          </ac:spMkLst>
        </pc:spChg>
        <pc:picChg chg="mod">
          <ac:chgData name="嘉均 簡" userId="853819b13743579f" providerId="LiveId" clId="{9FD83E18-3E06-438B-BF66-A698D0D82BA0}" dt="2024-08-28T05:19:00.519" v="143" actId="1076"/>
          <ac:picMkLst>
            <pc:docMk/>
            <pc:sldMk cId="2479560092" sldId="295"/>
            <ac:picMk id="12" creationId="{00CFD1CB-B506-4371-948C-CCB64BE3CD20}"/>
          </ac:picMkLst>
        </pc:picChg>
      </pc:sldChg>
      <pc:sldChg chg="add">
        <pc:chgData name="嘉均 簡" userId="853819b13743579f" providerId="LiveId" clId="{9FD83E18-3E06-438B-BF66-A698D0D82BA0}" dt="2024-08-28T05:26:02.055" v="149"/>
        <pc:sldMkLst>
          <pc:docMk/>
          <pc:sldMk cId="3777362782" sldId="29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327C74-F750-4932-BEAA-F9B8C527E41F}" type="datetimeFigureOut">
              <a:rPr lang="zh-TW" altLang="en-US" smtClean="0"/>
              <a:t>2024/9/4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DA1789-0180-4EF5-B8E5-3F86B259C49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7552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43A8-D8AF-4A57-B3C3-ACEB87B8659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400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670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13997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6704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7291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0A16F1-5C57-489D-9636-609D52193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70BF71F-B91B-4426-8204-9861304D10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CEFACAE-FB1F-440B-ACD1-8C99DA27E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89AA9-1866-417D-B9F4-1832E72F02DC}" type="datetimeFigureOut">
              <a:rPr lang="zh-TW" altLang="en-US" smtClean="0"/>
              <a:t>2024/9/4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3B8879E-8AF5-4443-B6C0-E2B1A7EBA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04BC0F-54B5-4F86-ABFB-598E7146B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8A886-0CA7-4285-965B-7F620CA69C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6406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497D9B-46B3-4305-BE8E-B1D319912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E153E7C-9F0F-45A5-99D4-0B2D27F40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53AF685-70B1-445F-8031-718A86D0A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89AA9-1866-417D-B9F4-1832E72F02DC}" type="datetimeFigureOut">
              <a:rPr lang="zh-TW" altLang="en-US" smtClean="0"/>
              <a:t>2024/9/4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52EDCEE-91F1-45D8-A45E-1487A83B4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9CB155-8D1A-4BDB-A260-AE0085E42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8A886-0CA7-4285-965B-7F620CA69C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1838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8DD495-E998-47B0-A1BF-E66096A05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D5B3585-5B79-48AC-A749-CEAFEE223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7CE86E0-64C4-49DC-9750-3DE860A48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89AA9-1866-417D-B9F4-1832E72F02DC}" type="datetimeFigureOut">
              <a:rPr lang="zh-TW" altLang="en-US" smtClean="0"/>
              <a:t>2024/9/4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3A9DE33-3B94-4EAC-9167-8B0FEB343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795625D-CE1F-426E-8EA2-C488C7C10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8A886-0CA7-4285-965B-7F620CA69C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9360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173F1F-B856-4A35-899C-5F0D8A8D8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683543D-E557-4E1C-82CB-4849FFA78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7B52928-2D7D-4C9F-89CE-D3DC7C8FB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63B8C8A-D880-4CA3-9DD9-E764E271A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89AA9-1866-417D-B9F4-1832E72F02DC}" type="datetimeFigureOut">
              <a:rPr lang="zh-TW" altLang="en-US" smtClean="0"/>
              <a:t>2024/9/4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028B193-694D-4412-B371-7B130BFA5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C48E36C-F0AE-4A63-A94E-B2FF00817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8A886-0CA7-4285-965B-7F620CA69C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2031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C59BB1-F1FB-41C7-9E35-613120659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61BDD4C-A658-44A6-93BB-39C4B9259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EAD1F08-DCFE-4BBC-9F38-7293ED9044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40B327F-D8B9-4F62-9023-B8E871DA10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B508FDE-A1C3-4288-9E3D-EBABB8EF54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D88C716-8C10-4B1B-A353-E0873AB36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89AA9-1866-417D-B9F4-1832E72F02DC}" type="datetimeFigureOut">
              <a:rPr lang="zh-TW" altLang="en-US" smtClean="0"/>
              <a:t>2024/9/4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D1D3201-E1FB-4F50-A081-21992B5A6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F55D53C-39B9-4538-858A-6CE969C35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8A886-0CA7-4285-965B-7F620CA69C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2944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56FFA1-917D-4441-A835-28444DE3C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B52C9E7-5D3D-42C8-8FA6-AD3B9B4C8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89AA9-1866-417D-B9F4-1832E72F02DC}" type="datetimeFigureOut">
              <a:rPr lang="zh-TW" altLang="en-US" smtClean="0"/>
              <a:t>2024/9/4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AFF9287-6310-4F51-AB09-F7339A8F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F4453A5-11D3-4D5E-8E4C-E2C145706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8A886-0CA7-4285-965B-7F620CA69C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7875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4E8988F-C93D-4752-A128-07FA7F150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89AA9-1866-417D-B9F4-1832E72F02DC}" type="datetimeFigureOut">
              <a:rPr lang="zh-TW" altLang="en-US" smtClean="0"/>
              <a:t>2024/9/4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CC0BDE6-6BF1-447C-920B-6C219652A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6657607-D788-40A9-B6FD-C55AB668C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8A886-0CA7-4285-965B-7F620CA69C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509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E6C06D-3899-4A0D-A174-D3A926A90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77BBA4D-7E6A-487E-8B58-EC7AAAB7F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676CB72-40D5-46E6-8D42-9E2C94E079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5FD567F-4B46-4698-A5C1-91832BA5A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89AA9-1866-417D-B9F4-1832E72F02DC}" type="datetimeFigureOut">
              <a:rPr lang="zh-TW" altLang="en-US" smtClean="0"/>
              <a:t>2024/9/4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1E2337A-B257-4CBE-81C1-0FB7F58C5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0307629-0069-45F9-AB8B-117973EB2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8A886-0CA7-4285-965B-7F620CA69C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699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58085D-645F-4AD5-9670-7A2888C0D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30E2E94-0F0F-4CEC-8997-34BF1A0918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03AB1FF-92FA-49FF-AE40-D8CF71F725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90BAF63-6DF4-45B7-ADA1-43593A0A7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89AA9-1866-417D-B9F4-1832E72F02DC}" type="datetimeFigureOut">
              <a:rPr lang="zh-TW" altLang="en-US" smtClean="0"/>
              <a:t>2024/9/4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E43106A-64D7-48DB-90D2-3C9ECF9E6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95D5184-4C4C-426F-8EA4-BD90BC79E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8A886-0CA7-4285-965B-7F620CA69C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4926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F97FE9-1EBC-43EE-905B-AB4775D3D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9973DD9-A557-485C-B18B-253496088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D20613A-2769-4EF1-B42B-2ED788C97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89AA9-1866-417D-B9F4-1832E72F02DC}" type="datetimeFigureOut">
              <a:rPr lang="zh-TW" altLang="en-US" smtClean="0"/>
              <a:t>2024/9/4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326588C-95A9-4C8F-B53A-1A0F3EBF6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21E2FF-E5D2-4C72-855A-019D9312B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8A886-0CA7-4285-965B-7F620CA69C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9466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D2AB20D-BB54-4734-8D88-B975E22F76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EB2C59F-4F71-4A66-9B67-DD3513462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5946079-9E8C-4299-A3E5-D1C09644A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89AA9-1866-417D-B9F4-1832E72F02DC}" type="datetimeFigureOut">
              <a:rPr lang="zh-TW" altLang="en-US" smtClean="0"/>
              <a:t>2024/9/4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B3B5B94-2A8D-4FC1-9E5F-46BCFE888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1BDCD9B-CF55-493C-B161-816BED157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68A886-0CA7-4285-965B-7F620CA69C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0638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0D138A1-074C-4F56-B603-73DB7D090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738AD7C-02C4-413F-932B-A5F188C0E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49DD764-A833-4065-934E-760A333DC5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E89AA9-1866-417D-B9F4-1832E72F02DC}" type="datetimeFigureOut">
              <a:rPr lang="zh-TW" altLang="en-US" smtClean="0"/>
              <a:t>2024/9/4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84CDDF7-FA1D-4482-A796-BD31AA8597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AC486BB-6A5B-4B83-94BA-94D31D6C13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8A886-0CA7-4285-965B-7F620CA69C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7260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F6782A-F7CF-4A5C-9F5E-8B26F42F9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421" y="1041400"/>
            <a:ext cx="10631155" cy="2387600"/>
          </a:xfrm>
        </p:spPr>
        <p:txBody>
          <a:bodyPr>
            <a:normAutofit/>
          </a:bodyPr>
          <a:lstStyle/>
          <a:p>
            <a:r>
              <a:rPr lang="en-US" altLang="zh-TW" sz="4400" b="1" dirty="0"/>
              <a:t>2024/09/04 Meeting Report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27590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目前進度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7C713D23-974C-4181-9FEF-93A19A6D4719}"/>
              </a:ext>
            </a:extLst>
          </p:cNvPr>
          <p:cNvSpPr txBox="1">
            <a:spLocks/>
          </p:cNvSpPr>
          <p:nvPr/>
        </p:nvSpPr>
        <p:spPr>
          <a:xfrm>
            <a:off x="940265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目前步驟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 lvl="1">
              <a:lnSpc>
                <a:spcPct val="100000"/>
              </a:lnSpc>
            </a:pPr>
            <a:r>
              <a:rPr lang="zh-TW" altLang="en-US" sz="2000" dirty="0">
                <a:latin typeface="Consolas" panose="020B0609020204030204" pitchFamily="49" charset="0"/>
                <a:ea typeface="標楷體" panose="03000509000000000000" pitchFamily="65" charset="-120"/>
              </a:rPr>
              <a:t>用產生好的 </a:t>
            </a: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transcript file</a:t>
            </a:r>
            <a:r>
              <a:rPr lang="zh-TW" altLang="en-US" sz="2000" dirty="0">
                <a:latin typeface="Consolas" panose="020B0609020204030204" pitchFamily="49" charset="0"/>
                <a:ea typeface="標楷體" panose="03000509000000000000" pitchFamily="65" charset="-120"/>
              </a:rPr>
              <a:t> 與 </a:t>
            </a: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Dictionary</a:t>
            </a:r>
            <a:r>
              <a:rPr lang="zh-TW" altLang="en-US" sz="2000" dirty="0">
                <a:latin typeface="Consolas" panose="020B0609020204030204" pitchFamily="49" charset="0"/>
                <a:ea typeface="標楷體" panose="03000509000000000000" pitchFamily="65" charset="-120"/>
              </a:rPr>
              <a:t> 做 </a:t>
            </a: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force alignment</a:t>
            </a:r>
            <a:r>
              <a:rPr lang="zh-TW" altLang="en-US" sz="2000" dirty="0">
                <a:latin typeface="Consolas" panose="020B0609020204030204" pitchFamily="49" charset="0"/>
                <a:ea typeface="標楷體" panose="03000509000000000000" pitchFamily="65" charset="-120"/>
              </a:rPr>
              <a:t> 產生 </a:t>
            </a: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vowel-level</a:t>
            </a:r>
            <a:r>
              <a:rPr lang="zh-TW" altLang="en-US" sz="2000" dirty="0">
                <a:latin typeface="Consolas" panose="020B0609020204030204" pitchFamily="49" charset="0"/>
                <a:ea typeface="標楷體" panose="03000509000000000000" pitchFamily="65" charset="-120"/>
              </a:rPr>
              <a:t> </a:t>
            </a: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transcript file</a:t>
            </a:r>
          </a:p>
          <a:p>
            <a:pPr>
              <a:lnSpc>
                <a:spcPct val="10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發現的問題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 lvl="1">
              <a:lnSpc>
                <a:spcPct val="100000"/>
              </a:lnSpc>
            </a:pPr>
            <a:r>
              <a:rPr lang="zh-TW" altLang="en-US" sz="2000" dirty="0">
                <a:latin typeface="Consolas" panose="020B0609020204030204" pitchFamily="49" charset="0"/>
                <a:ea typeface="標楷體" panose="03000509000000000000" pitchFamily="65" charset="-120"/>
              </a:rPr>
              <a:t>產生好的 </a:t>
            </a: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transcript file </a:t>
            </a:r>
            <a:r>
              <a:rPr lang="zh-TW" altLang="en-US" sz="2000" dirty="0">
                <a:latin typeface="Consolas" panose="020B0609020204030204" pitchFamily="49" charset="0"/>
                <a:ea typeface="標楷體" panose="03000509000000000000" pitchFamily="65" charset="-120"/>
              </a:rPr>
              <a:t>有很多 </a:t>
            </a: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Dictionary </a:t>
            </a:r>
            <a:r>
              <a:rPr lang="zh-TW" altLang="en-US" sz="2000" dirty="0">
                <a:latin typeface="Consolas" panose="020B0609020204030204" pitchFamily="49" charset="0"/>
                <a:ea typeface="標楷體" panose="03000509000000000000" pitchFamily="65" charset="-120"/>
              </a:rPr>
              <a:t>裡面沒有翻譯的字 </a:t>
            </a: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(Out of Vocabulary Words)(</a:t>
            </a:r>
            <a:r>
              <a:rPr lang="zh-TW" altLang="en-US" sz="2000" dirty="0">
                <a:latin typeface="Consolas" panose="020B0609020204030204" pitchFamily="49" charset="0"/>
                <a:ea typeface="標楷體" panose="03000509000000000000" pitchFamily="65" charset="-120"/>
              </a:rPr>
              <a:t>一萬多個字，有一部分是狀聲詞</a:t>
            </a: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)</a:t>
            </a:r>
          </a:p>
          <a:p>
            <a:pPr lvl="1">
              <a:lnSpc>
                <a:spcPct val="100000"/>
              </a:lnSpc>
            </a:pPr>
            <a:r>
              <a:rPr lang="zh-TW" altLang="en-US" sz="2000" dirty="0">
                <a:latin typeface="Consolas" panose="020B0609020204030204" pitchFamily="49" charset="0"/>
                <a:ea typeface="標楷體" panose="03000509000000000000" pitchFamily="65" charset="-120"/>
              </a:rPr>
              <a:t>猜測是將 </a:t>
            </a: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transcript file </a:t>
            </a:r>
            <a:r>
              <a:rPr lang="zh-TW" altLang="en-US" sz="2000" dirty="0">
                <a:latin typeface="Consolas" panose="020B0609020204030204" pitchFamily="49" charset="0"/>
                <a:ea typeface="標楷體" panose="03000509000000000000" pitchFamily="65" charset="-120"/>
              </a:rPr>
              <a:t>移除狀聲詞的程式碼沒有寫好</a:t>
            </a:r>
            <a:endParaRPr lang="en-US" altLang="zh-TW" sz="2000" dirty="0">
              <a:latin typeface="Consolas" panose="020B0609020204030204" pitchFamily="49" charset="0"/>
              <a:ea typeface="標楷體" panose="03000509000000000000" pitchFamily="65" charset="-120"/>
            </a:endParaRPr>
          </a:p>
          <a:p>
            <a:pPr lvl="1">
              <a:lnSpc>
                <a:spcPct val="100000"/>
              </a:lnSpc>
            </a:pPr>
            <a:r>
              <a:rPr lang="zh-TW" altLang="en-US" sz="2000" dirty="0">
                <a:latin typeface="Consolas" panose="020B0609020204030204" pitchFamily="49" charset="0"/>
                <a:ea typeface="標楷體" panose="03000509000000000000" pitchFamily="65" charset="-120"/>
              </a:rPr>
              <a:t>解決方法</a:t>
            </a: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:</a:t>
            </a:r>
          </a:p>
          <a:p>
            <a:pPr marL="1257300" lvl="2" indent="-342900">
              <a:lnSpc>
                <a:spcPct val="100000"/>
              </a:lnSpc>
              <a:buAutoNum type="arabicPeriod"/>
            </a:pPr>
            <a:r>
              <a:rPr lang="zh-TW" altLang="en-US" sz="2000" dirty="0">
                <a:latin typeface="Consolas" panose="020B0609020204030204" pitchFamily="49" charset="0"/>
                <a:ea typeface="標楷體" panose="03000509000000000000" pitchFamily="65" charset="-120"/>
              </a:rPr>
              <a:t>重寫將 </a:t>
            </a: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transcript file </a:t>
            </a:r>
            <a:r>
              <a:rPr lang="zh-TW" altLang="en-US" sz="2000" dirty="0">
                <a:latin typeface="Consolas" panose="020B0609020204030204" pitchFamily="49" charset="0"/>
                <a:ea typeface="標楷體" panose="03000509000000000000" pitchFamily="65" charset="-120"/>
              </a:rPr>
              <a:t>移除狀聲詞的程式碼</a:t>
            </a:r>
            <a:endParaRPr lang="en-US" altLang="zh-TW" dirty="0">
              <a:latin typeface="Consolas" panose="020B0609020204030204" pitchFamily="49" charset="0"/>
              <a:ea typeface="標楷體" panose="03000509000000000000" pitchFamily="65" charset="-120"/>
            </a:endParaRPr>
          </a:p>
          <a:p>
            <a:pPr marL="1257300" lvl="2" indent="-342900">
              <a:lnSpc>
                <a:spcPct val="100000"/>
              </a:lnSpc>
              <a:buAutoNum type="arabicPeriod"/>
            </a:pPr>
            <a:r>
              <a:rPr lang="zh-TW" altLang="en-US" dirty="0">
                <a:latin typeface="Consolas" panose="020B0609020204030204" pitchFamily="49" charset="0"/>
                <a:ea typeface="標楷體" panose="03000509000000000000" pitchFamily="65" charset="-120"/>
              </a:rPr>
              <a:t>用目前的 </a:t>
            </a:r>
            <a:r>
              <a:rPr lang="en-US" altLang="zh-TW" dirty="0">
                <a:latin typeface="Consolas" panose="020B0609020204030204" pitchFamily="49" charset="0"/>
                <a:ea typeface="標楷體" panose="03000509000000000000" pitchFamily="65" charset="-120"/>
              </a:rPr>
              <a:t>Dictionary </a:t>
            </a:r>
            <a:r>
              <a:rPr lang="zh-TW" altLang="en-US" dirty="0">
                <a:latin typeface="Consolas" panose="020B0609020204030204" pitchFamily="49" charset="0"/>
                <a:ea typeface="標楷體" panose="03000509000000000000" pitchFamily="65" charset="-120"/>
              </a:rPr>
              <a:t>訓練一個新的 </a:t>
            </a:r>
            <a:r>
              <a:rPr lang="en-US" altLang="zh-TW" dirty="0">
                <a:latin typeface="Consolas" panose="020B0609020204030204" pitchFamily="49" charset="0"/>
                <a:ea typeface="標楷體" panose="03000509000000000000" pitchFamily="65" charset="-120"/>
              </a:rPr>
              <a:t>G2P models (Grapheme-to-Phoneme Models)</a:t>
            </a:r>
            <a:r>
              <a:rPr lang="zh-TW" altLang="en-US" dirty="0">
                <a:latin typeface="Consolas" panose="020B0609020204030204" pitchFamily="49" charset="0"/>
                <a:ea typeface="標楷體" panose="03000509000000000000" pitchFamily="65" charset="-120"/>
              </a:rPr>
              <a:t>，可以幫 </a:t>
            </a:r>
            <a:r>
              <a:rPr lang="en-US" altLang="zh-TW" dirty="0">
                <a:latin typeface="Consolas" panose="020B0609020204030204" pitchFamily="49" charset="0"/>
                <a:ea typeface="標楷體" panose="03000509000000000000" pitchFamily="65" charset="-120"/>
              </a:rPr>
              <a:t>OOV words </a:t>
            </a:r>
            <a:r>
              <a:rPr lang="zh-TW" altLang="en-US" dirty="0">
                <a:latin typeface="Consolas" panose="020B0609020204030204" pitchFamily="49" charset="0"/>
                <a:ea typeface="標楷體" panose="03000509000000000000" pitchFamily="65" charset="-120"/>
              </a:rPr>
              <a:t>產生對應的 </a:t>
            </a:r>
            <a:r>
              <a:rPr lang="en-US" altLang="zh-TW" dirty="0">
                <a:latin typeface="Consolas" panose="020B0609020204030204" pitchFamily="49" charset="0"/>
                <a:ea typeface="標楷體" panose="03000509000000000000" pitchFamily="65" charset="-120"/>
              </a:rPr>
              <a:t>phoneme </a:t>
            </a:r>
            <a:r>
              <a:rPr lang="zh-TW" altLang="en-US" dirty="0">
                <a:latin typeface="Consolas" panose="020B0609020204030204" pitchFamily="49" charset="0"/>
                <a:ea typeface="標楷體" panose="03000509000000000000" pitchFamily="65" charset="-120"/>
              </a:rPr>
              <a:t>翻譯加進 </a:t>
            </a:r>
            <a:r>
              <a:rPr lang="en-US" altLang="zh-TW" dirty="0">
                <a:latin typeface="Consolas" panose="020B0609020204030204" pitchFamily="49" charset="0"/>
                <a:ea typeface="標楷體" panose="03000509000000000000" pitchFamily="65" charset="-120"/>
              </a:rPr>
              <a:t>Dictionary </a:t>
            </a:r>
            <a:r>
              <a:rPr lang="zh-TW" altLang="en-US" dirty="0">
                <a:latin typeface="Consolas" panose="020B0609020204030204" pitchFamily="49" charset="0"/>
                <a:ea typeface="標楷體" panose="03000509000000000000" pitchFamily="65" charset="-120"/>
              </a:rPr>
              <a:t>裡面</a:t>
            </a:r>
            <a:endParaRPr lang="en-US" altLang="zh-TW" dirty="0">
              <a:latin typeface="Consolas" panose="020B0609020204030204" pitchFamily="49" charset="0"/>
              <a:ea typeface="標楷體" panose="03000509000000000000" pitchFamily="65" charset="-120"/>
            </a:endParaRPr>
          </a:p>
          <a:p>
            <a:pPr marL="1257300" lvl="2" indent="-342900">
              <a:lnSpc>
                <a:spcPct val="100000"/>
              </a:lnSpc>
              <a:buAutoNum type="arabicPeriod"/>
            </a:pPr>
            <a:endParaRPr lang="en-US" altLang="zh-TW" dirty="0">
              <a:latin typeface="Consolas" panose="020B0609020204030204" pitchFamily="49" charset="0"/>
              <a:ea typeface="標楷體" panose="03000509000000000000" pitchFamily="65" charset="-120"/>
            </a:endParaRPr>
          </a:p>
          <a:p>
            <a:pPr marL="1371600" lvl="2" indent="-457200">
              <a:lnSpc>
                <a:spcPct val="100000"/>
              </a:lnSpc>
              <a:buAutoNum type="arabicPeriod"/>
            </a:pPr>
            <a:endParaRPr lang="en-US" altLang="zh-TW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81016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onsolas" panose="020B0609020204030204" pitchFamily="49" charset="0"/>
                <a:ea typeface="標楷體" panose="03000509000000000000" pitchFamily="65" charset="-120"/>
              </a:rPr>
              <a:t>transcript file</a:t>
            </a:r>
            <a:r>
              <a:rPr lang="zh-TW" altLang="en-US" sz="3200" dirty="0">
                <a:latin typeface="Consolas" panose="020B0609020204030204" pitchFamily="49" charset="0"/>
                <a:ea typeface="標楷體" panose="03000509000000000000" pitchFamily="65" charset="-120"/>
              </a:rPr>
              <a:t> 移除狀聲詞程式碼沒寫好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AD77DB6F-B00F-489A-A583-ED92A16B0B86}"/>
              </a:ext>
            </a:extLst>
          </p:cNvPr>
          <p:cNvSpPr txBox="1">
            <a:spLocks/>
          </p:cNvSpPr>
          <p:nvPr/>
        </p:nvSpPr>
        <p:spPr>
          <a:xfrm>
            <a:off x="940265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2400" dirty="0">
                <a:latin typeface="Consolas" panose="020B0609020204030204" pitchFamily="49" charset="0"/>
                <a:ea typeface="標楷體" panose="03000509000000000000" pitchFamily="65" charset="-120"/>
              </a:rPr>
              <a:t>原本句子</a:t>
            </a:r>
            <a:endParaRPr lang="en-US" altLang="zh-TW" sz="2400" dirty="0">
              <a:latin typeface="Consolas" panose="020B0609020204030204" pitchFamily="49" charset="0"/>
              <a:ea typeface="標楷體" panose="03000509000000000000" pitchFamily="65" charset="-120"/>
            </a:endParaRPr>
          </a:p>
          <a:p>
            <a:pPr lvl="1">
              <a:lnSpc>
                <a:spcPct val="10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um </a:t>
            </a:r>
            <a:r>
              <a:rPr lang="en-US" altLang="zh-TW" sz="2000" b="1" dirty="0">
                <a:solidFill>
                  <a:srgbClr val="00B050"/>
                </a:solidFill>
                <a:latin typeface="Consolas" panose="020B0609020204030204" pitchFamily="49" charset="0"/>
                <a:ea typeface="標楷體" panose="03000509000000000000" pitchFamily="65" charset="-120"/>
              </a:rPr>
              <a:t>&lt;sigh&gt; </a:t>
            </a: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it was at work couple about a month </a:t>
            </a:r>
            <a:r>
              <a:rPr lang="en-US" altLang="zh-TW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標楷體" panose="03000509000000000000" pitchFamily="65" charset="-120"/>
              </a:rPr>
              <a:t>ago &lt;ag&gt;</a:t>
            </a:r>
            <a:r>
              <a:rPr lang="en-US" altLang="zh-TW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標楷體" panose="03000509000000000000" pitchFamily="65" charset="-120"/>
              </a:rPr>
              <a:t> </a:t>
            </a: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about a month ago</a:t>
            </a:r>
          </a:p>
          <a:p>
            <a:pPr>
              <a:lnSpc>
                <a:spcPct val="100000"/>
              </a:lnSpc>
            </a:pPr>
            <a:r>
              <a:rPr lang="zh-TW" altLang="en-US" sz="2400" dirty="0">
                <a:latin typeface="Consolas" panose="020B0609020204030204" pitchFamily="49" charset="0"/>
                <a:ea typeface="標楷體" panose="03000509000000000000" pitchFamily="65" charset="-120"/>
              </a:rPr>
              <a:t>目前程式後改後的句子</a:t>
            </a:r>
            <a:endParaRPr lang="en-US" altLang="zh-TW" sz="2400" dirty="0">
              <a:latin typeface="Consolas" panose="020B0609020204030204" pitchFamily="49" charset="0"/>
              <a:ea typeface="標楷體" panose="03000509000000000000" pitchFamily="65" charset="-120"/>
            </a:endParaRPr>
          </a:p>
          <a:p>
            <a:pPr lvl="1">
              <a:lnSpc>
                <a:spcPct val="10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um </a:t>
            </a:r>
            <a:r>
              <a:rPr lang="en-US" altLang="zh-TW" sz="2000" b="1" dirty="0">
                <a:solidFill>
                  <a:srgbClr val="00B050"/>
                </a:solidFill>
                <a:latin typeface="Consolas" panose="020B0609020204030204" pitchFamily="49" charset="0"/>
                <a:ea typeface="標楷體" panose="03000509000000000000" pitchFamily="65" charset="-120"/>
              </a:rPr>
              <a:t>&lt;sigh&gt; </a:t>
            </a: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it was at work couple about a month </a:t>
            </a:r>
            <a:r>
              <a:rPr lang="en-US" altLang="zh-TW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標楷體" panose="03000509000000000000" pitchFamily="65" charset="-120"/>
              </a:rPr>
              <a:t>&lt;ag&gt;</a:t>
            </a:r>
            <a:r>
              <a:rPr lang="en-US" altLang="zh-TW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標楷體" panose="03000509000000000000" pitchFamily="65" charset="-120"/>
              </a:rPr>
              <a:t> </a:t>
            </a: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about a month ago</a:t>
            </a:r>
          </a:p>
          <a:p>
            <a:pPr>
              <a:lnSpc>
                <a:spcPct val="100000"/>
              </a:lnSpc>
            </a:pPr>
            <a:r>
              <a:rPr lang="zh-TW" altLang="en-US" sz="2400" dirty="0">
                <a:latin typeface="Consolas" panose="020B0609020204030204" pitchFamily="49" charset="0"/>
                <a:ea typeface="標楷體" panose="03000509000000000000" pitchFamily="65" charset="-120"/>
              </a:rPr>
              <a:t>期望修改過後的句子</a:t>
            </a:r>
            <a:endParaRPr lang="en-US" altLang="zh-TW" sz="2400" dirty="0">
              <a:latin typeface="Consolas" panose="020B0609020204030204" pitchFamily="49" charset="0"/>
              <a:ea typeface="標楷體" panose="03000509000000000000" pitchFamily="65" charset="-120"/>
            </a:endParaRPr>
          </a:p>
          <a:p>
            <a:pPr lvl="1">
              <a:lnSpc>
                <a:spcPct val="100000"/>
              </a:lnSpc>
            </a:pP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um </a:t>
            </a:r>
            <a:r>
              <a:rPr lang="en-US" altLang="zh-TW" sz="2000" b="1" dirty="0">
                <a:solidFill>
                  <a:srgbClr val="00B050"/>
                </a:solidFill>
                <a:latin typeface="Consolas" panose="020B0609020204030204" pitchFamily="49" charset="0"/>
                <a:ea typeface="標楷體" panose="03000509000000000000" pitchFamily="65" charset="-120"/>
              </a:rPr>
              <a:t>&lt;sigh&gt; </a:t>
            </a: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it was at work couple about a month </a:t>
            </a:r>
            <a:r>
              <a:rPr lang="en-US" altLang="zh-TW" sz="20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標楷體" panose="03000509000000000000" pitchFamily="65" charset="-120"/>
              </a:rPr>
              <a:t>ag</a:t>
            </a:r>
            <a:r>
              <a:rPr lang="en-US" altLang="zh-TW" sz="2000" b="1" dirty="0">
                <a:latin typeface="Consolas" panose="020B0609020204030204" pitchFamily="49" charset="0"/>
                <a:ea typeface="標楷體" panose="03000509000000000000" pitchFamily="65" charset="-120"/>
              </a:rPr>
              <a:t> </a:t>
            </a:r>
            <a:r>
              <a:rPr lang="en-US" altLang="zh-TW" sz="2000" dirty="0">
                <a:latin typeface="Consolas" panose="020B0609020204030204" pitchFamily="49" charset="0"/>
                <a:ea typeface="標楷體" panose="03000509000000000000" pitchFamily="65" charset="-120"/>
              </a:rPr>
              <a:t>about a month ago</a:t>
            </a:r>
            <a:endParaRPr lang="en-US" altLang="zh-TW" sz="2800" dirty="0">
              <a:latin typeface="Consolas" panose="020B0609020204030204" pitchFamily="49" charset="0"/>
              <a:ea typeface="標楷體" panose="03000509000000000000" pitchFamily="65" charset="-120"/>
            </a:endParaRPr>
          </a:p>
          <a:p>
            <a:pPr lvl="1">
              <a:lnSpc>
                <a:spcPct val="100000"/>
              </a:lnSpc>
            </a:pPr>
            <a:endParaRPr lang="en-US" altLang="zh-TW" sz="2000" dirty="0">
              <a:latin typeface="Consolas" panose="020B0609020204030204" pitchFamily="49" charset="0"/>
              <a:ea typeface="標楷體" panose="03000509000000000000" pitchFamily="65" charset="-120"/>
            </a:endParaRPr>
          </a:p>
          <a:p>
            <a:pPr lvl="1">
              <a:lnSpc>
                <a:spcPct val="100000"/>
              </a:lnSpc>
            </a:pPr>
            <a:endParaRPr lang="en-US" altLang="zh-TW" dirty="0">
              <a:latin typeface="Consolas" panose="020B0609020204030204" pitchFamily="49" charset="0"/>
              <a:ea typeface="標楷體" panose="03000509000000000000" pitchFamily="65" charset="-120"/>
            </a:endParaRPr>
          </a:p>
          <a:p>
            <a:pPr marL="1371600" lvl="2" indent="-457200">
              <a:lnSpc>
                <a:spcPct val="100000"/>
              </a:lnSpc>
              <a:buAutoNum type="arabicPeriod"/>
            </a:pPr>
            <a:endParaRPr lang="en-US" altLang="zh-TW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3273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OOV words and Dictionary</a:t>
            </a: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D8FB6CE-B1C2-48D9-902F-1A9482BA4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455" y="1074352"/>
            <a:ext cx="5957101" cy="5582873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718AD73F-EA37-4E03-9C1D-6006F6170B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2028156"/>
            <a:ext cx="6362700" cy="389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560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OOV words and Dictionary</a:t>
            </a:r>
          </a:p>
        </p:txBody>
      </p:sp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FD0C2D73-C0AF-4271-B6A6-A7115047D7F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sz="2000" dirty="0">
              <a:ea typeface="標楷體" panose="03000509000000000000" pitchFamily="65" charset="-12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718AD73F-EA37-4E03-9C1D-6006F6170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2052658"/>
            <a:ext cx="6362700" cy="3895725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C96E54AD-44ED-4B60-8132-B98CF8C2B2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6761" y="1121590"/>
            <a:ext cx="3714750" cy="564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55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339</Words>
  <Application>Microsoft Office PowerPoint</Application>
  <PresentationFormat>寬螢幕</PresentationFormat>
  <Paragraphs>69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-apple-system</vt:lpstr>
      <vt:lpstr>Arial</vt:lpstr>
      <vt:lpstr>Calibri</vt:lpstr>
      <vt:lpstr>Calibri Light</vt:lpstr>
      <vt:lpstr>Consolas</vt:lpstr>
      <vt:lpstr>Office 佈景主題</vt:lpstr>
      <vt:lpstr>2024/09/04 Meeting Report</vt:lpstr>
      <vt:lpstr>目前進度</vt:lpstr>
      <vt:lpstr>transcript file 移除狀聲詞程式碼沒寫好</vt:lpstr>
      <vt:lpstr>OOV words and Dictionary</vt:lpstr>
      <vt:lpstr>OOV words and Dictionary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2024/08/28 Meeting Report</dc:title>
  <dc:creator>嘉均 簡</dc:creator>
  <cp:lastModifiedBy>嘉均 簡</cp:lastModifiedBy>
  <cp:revision>11</cp:revision>
  <dcterms:created xsi:type="dcterms:W3CDTF">2024-08-28T05:05:35Z</dcterms:created>
  <dcterms:modified xsi:type="dcterms:W3CDTF">2024-09-04T07:13:41Z</dcterms:modified>
</cp:coreProperties>
</file>