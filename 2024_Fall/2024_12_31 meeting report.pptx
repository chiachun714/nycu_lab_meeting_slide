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311" r:id="rId3"/>
    <p:sldId id="312" r:id="rId4"/>
    <p:sldId id="309" r:id="rId5"/>
    <p:sldId id="31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3FCE3-478C-431E-87AB-BE170C516E69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28D4C-F25D-4326-8B73-8471B974A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856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133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30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09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4A3D9-15E9-4086-9416-0578944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7BC534-F64A-4BAC-AEAD-A2043EDB3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5E37C9-7BD0-4DCD-910F-A6C7E31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66B29-95AE-40F6-8B6C-FF04BA8E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46CC68-0B78-449E-A300-BE649246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73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31F92-87DB-4A03-B534-2E8C2272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A9A84-0B06-42E3-A6FF-CF152780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49F61-91D8-4AF1-93F3-4427C118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55F53-6359-4ED8-A61B-0C03615B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631735-F8E1-4AA6-BD18-E480F6D9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92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B6B74-1F25-4025-89D1-3FD1370B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B2351E-9E60-47C4-AC59-64AF7079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1937E6-660F-4C46-B477-20D78A46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888549-25B1-4EE2-9D8F-AC491725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290F1E-C4BD-4C66-8A1E-6256F22B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12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9A568-1BE1-48A2-8EC9-EC98EE6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B1E703-6AEA-4325-825F-B5AB5725C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A186C0-B94D-4AE8-88EB-EE7520C2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219445-A430-4EDA-8CDB-750FA05D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E602F1-C8E8-4B65-9D11-BECA640D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82FA8A-4374-4FE7-A684-E9EBD090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3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5D98E-0400-4C92-8B1C-79D3D446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181CD2-678D-4171-82ED-EDEBC8424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ED527C-AF3D-4030-AC73-974CD0A69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E005D37-5DAA-46A4-8847-C428339D7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FFD1D8-DC2F-464F-89CB-3F309D56C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D14D72-90B7-4AC4-B35E-60D8ECFF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2E2AB7-7C06-44A2-A09A-917A67E2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C5C4994-9C35-4585-BEE1-2A20ECA1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89B3A-3305-4A3A-923B-289F25A9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0A53EE-3FEF-46D9-AD75-6B57192F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DFCF92-E46E-48EF-9432-0891C63C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BBE9FF3-5389-491A-9627-8F6B0E76A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51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75B2888-479E-47E0-9AC3-845F2903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6B3824-EEA0-4AE9-8D56-A9C632F7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8FA32-B005-4772-AF93-98857F7F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36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AD46B-27BE-4814-B1C5-162EC11E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203E8E-E52C-494C-BFB6-4BF1B07A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F397A1-5A73-47E6-9B11-690946815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C03C9A-8DCB-47E9-A1E4-3ED3B7BE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0F470-6778-420B-8A93-97709E63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EB09AE-4183-4A3C-8287-043BA88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25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9FF56-56A6-4B6F-85AE-6B5E79B7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A72E51C-DBFB-49CB-845F-6F7CF244A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8C8888-AFD5-4943-AE5C-0A2C0A57C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9F613C-0A88-4A59-A82F-6F3B0703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BA4FC6-D27B-4EDF-8C76-C345F6EF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B4B0F6-359D-41DA-B573-2A00027B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7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2C750-B0A2-4D3A-ADB4-A3FEFF6F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91C6F4-772F-460D-A51A-467DF1BC0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21F333-A86D-4708-9A90-D7159045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D49260-352E-42E8-B5DA-5197516C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21D93-B296-4823-8786-B95B850B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3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DF3E2F-06A1-4089-BE94-1797AE548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D3E8AD-73C8-4B6A-BCBC-395990E46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2683CB-806B-4713-80FE-D73D13C6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A8DB0B-6413-4B1A-BBD1-239E3003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0EEF2E-64CC-4AD1-BB5E-A81D308A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9BA23D-A74C-4150-84B3-E3B034C7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9E99D-3205-4DD3-9389-F2797F2D0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9D3FC5-709C-45C3-8758-28B4444F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1045B-A1E6-44A0-A725-97F99BB28122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F4EEB-2F90-43FE-B9DF-6B99A5163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55A917-BCBC-4D9F-9061-BB1B977B6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88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2024/12/31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複現的實驗數據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852E123-D31E-4D93-B322-2DA4A6963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640" y="1456508"/>
            <a:ext cx="9560719" cy="2400147"/>
          </a:xfrm>
          <a:prstGeom prst="rect">
            <a:avLst/>
          </a:prstGeom>
        </p:spPr>
      </p:pic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56E0E1C-E165-44F5-8706-DB4835DEFFCB}"/>
              </a:ext>
            </a:extLst>
          </p:cNvPr>
          <p:cNvSpPr txBox="1">
            <a:spLocks/>
          </p:cNvSpPr>
          <p:nvPr/>
        </p:nvSpPr>
        <p:spPr>
          <a:xfrm>
            <a:off x="1315640" y="4113211"/>
            <a:ext cx="8127186" cy="240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My Transcript Word Error Rate: 0.301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Paper Transcript Word Error Rate: 0.409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DD30E72-4D78-470C-ACD1-35E4246B8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677" y="5048899"/>
            <a:ext cx="7779348" cy="157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22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後續要補的實驗數據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3E620C0-8960-47F6-B194-84A9D1362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343818"/>
            <a:ext cx="55816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3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Self-supervised representations in speech-based depression detection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397D837-56CD-4F5A-8292-4773FA0EC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5144"/>
            <a:ext cx="12192000" cy="37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Data augmentation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3832E0-6D06-4DC7-8FF0-B892A91EB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384" y="950031"/>
            <a:ext cx="7104733" cy="59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5464</TotalTime>
  <Words>177</Words>
  <Application>Microsoft Office PowerPoint</Application>
  <PresentationFormat>寬螢幕</PresentationFormat>
  <Paragraphs>48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Office 佈景主題</vt:lpstr>
      <vt:lpstr>2024/12/31 Meeting Report</vt:lpstr>
      <vt:lpstr>複現的實驗數據</vt:lpstr>
      <vt:lpstr>後續要補的實驗數據</vt:lpstr>
      <vt:lpstr>Self-supervised representations in speech-based depression detection</vt:lpstr>
      <vt:lpstr>Data augmentation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2024/11/26 Meeting Report</dc:title>
  <dc:creator>嘉均 簡</dc:creator>
  <cp:lastModifiedBy>嘉均 簡</cp:lastModifiedBy>
  <cp:revision>47</cp:revision>
  <dcterms:created xsi:type="dcterms:W3CDTF">2024-11-26T08:17:58Z</dcterms:created>
  <dcterms:modified xsi:type="dcterms:W3CDTF">2024-12-31T03:47:50Z</dcterms:modified>
</cp:coreProperties>
</file>