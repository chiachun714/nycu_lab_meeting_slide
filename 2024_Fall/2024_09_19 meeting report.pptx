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94" r:id="rId3"/>
    <p:sldId id="295" r:id="rId4"/>
    <p:sldId id="296" r:id="rId5"/>
    <p:sldId id="297" r:id="rId6"/>
    <p:sldId id="298" r:id="rId7"/>
    <p:sldId id="299" r:id="rId8"/>
    <p:sldId id="30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8A698-DDFC-4EB6-88C6-7D8A7DBBC92B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29476B-1567-4E06-A564-7B22AE0BBA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97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133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48F09-9909-40C5-A00B-111565746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B4BD4CF-B8D2-41CA-B387-42295DB86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8F30E8-DB38-4DEF-B47E-E46B3699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1F7AB1-CFDE-4639-BA06-10400279B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5A41C4-5796-433B-9D0A-30B81330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38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ACAD06-DE08-4F6C-A61A-49049F46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CFC84A-72D8-4AE1-B72C-92507956C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E4A53-4862-4E11-AEE9-476B3729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661E95-35ED-4C3E-AE6D-7515A249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38F7F2-B4B4-4F03-930F-F5285C37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79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1735FE-B491-4F52-994E-09BF05FE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96DAB4-589E-4F84-9C52-462AC79C4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B5DDE2-5F36-4518-B5BC-F16FD7BF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A99A82-D09A-4297-9257-1C505A00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F848F5-6821-4C51-B3A2-AEFDFA42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953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C2AFF1-4251-4783-9792-BA634265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0FFFF7-B7CF-40AB-993A-FB5EBC85E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83D06F-E2FF-4ACF-97E6-7AC3AD57D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6E40DA-F803-4281-B0F8-4598C7AE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90CC47-AB7C-4FD2-8A63-3D91CBDD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F0AAE5-57D6-48EC-9FAD-312DE74E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772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86AB68-AFB8-4DE4-89AE-CFDCA727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7FB16A-A78D-436C-99A6-AC5C1D30A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ABEBFEF-AE2E-4516-8E54-2AE5E3E5A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C00DDEF-92AC-4E09-956D-6D11B4DE5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15FC7B-BEBE-4129-ACFA-BE58C0298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B493F3-0A40-4194-9957-C798A045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C3CD5B4-C58F-45D4-9EFF-870EDCE7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BE36F49-3D14-47B0-92D8-3778C40B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47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F20B16-6AC7-4CA8-932F-A423CCDC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8D3F036-9156-4F78-B5A2-2FACB019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730825-805C-4F8D-82E3-9E7FF650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00FD787-D926-4C9F-A3DA-76437FB7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747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01F96B-8AD9-433C-BCAC-776D881B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3CBF08F-06C9-4D5A-B1D8-EA44C5CE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272CAC-AFEA-4CFC-AFAC-A821C20B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12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611926-FDED-4D53-AA08-C1CEB73A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95B38D-D2D5-45CE-9057-ADA6814E1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FE492D-AB4A-4F43-BED1-87D9D5C9A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4F34A6-99AC-4ACD-A765-F0374C54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E6CD70-86C8-4955-B1F7-5510D388A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67D34B-59D4-4CC1-A4BC-8D0DB645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390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CBB76-5A49-4A7A-A765-18F71BBDC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42132B5-711B-4BBF-AF18-DD0E73E24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EDC65C-5DC9-482F-BCF3-8744F6AE7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BE0CC7-34CC-4988-A2C6-C85D9B99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E92EA4-8992-476E-A0DE-4BE3C228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983063-5742-4449-80B1-D7BD049A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77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02D786-2DCD-44D6-91F3-DE2ADAA2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F01074-AC96-4EB8-BDEE-92DEBABA1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9FFBF3-FA29-435D-A56F-0DA0B3F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914671-6FF0-4D0D-9D49-0E9E64DA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2CEDEB-F99D-4894-AD95-3BEBE8FD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994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958C76-5CAA-47CE-B047-B650F216D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2BA218-3919-4734-B244-104E60A1D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E16805-8471-4268-8ED9-DB32CEAE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588D7A-D22F-4650-8574-D535B98B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5DCDFD-CD47-4C63-BB5C-B6966EF3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07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32CBB59-AA38-43FC-A781-C509D6A5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2DF54B-28E2-49C4-8189-2149BDE90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3AF8AA-E391-4ACF-9245-83EC6D918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0992C-97C0-4428-B8E3-7A4E29BAAB83}" type="datetimeFigureOut">
              <a:rPr lang="zh-TW" altLang="en-US" smtClean="0"/>
              <a:t>2024/9/19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ABA152-0A5F-4D39-858C-8B377F611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56E592-9FB8-4847-AB34-4151C0AEB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8CA2D-1A5A-4076-BFB7-D016978CFA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71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2024/09/19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完成的部分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用產生好的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做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force alignment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產生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目前步驟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從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計算每種音素的共振峰頻率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尚待處理的事項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統整共振峰頻率和作圖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完成的部分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用產生好的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做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force alignment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產生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目前步驟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從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計算每種音素的共振峰頻率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尚待處理的事項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Alignment </a:t>
            </a:r>
            <a:endParaRPr lang="en-US" altLang="zh-TW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00000"/>
              </a:lnSpc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6DC9FE9-8C14-4AF6-9818-1747E8B02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520"/>
            <a:ext cx="12192000" cy="651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3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C12B50A-8CC1-42D3-88C2-93DC088FF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2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5FC747D-9DF0-401D-A866-40818060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8686"/>
            <a:ext cx="12192000" cy="312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8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3EBEB90-CA38-4855-A802-C1FCEA785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8" y="0"/>
            <a:ext cx="1032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99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A0FE200-4DC7-4D26-8E86-D0651AB4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8" y="0"/>
            <a:ext cx="1032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00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88C4B21-9C09-44C2-BA50-2F764D7B1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38" y="0"/>
            <a:ext cx="10321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6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160</Words>
  <Application>Microsoft Office PowerPoint</Application>
  <PresentationFormat>寬螢幕</PresentationFormat>
  <Paragraphs>40</Paragraphs>
  <Slides>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Consolas</vt:lpstr>
      <vt:lpstr>Office 佈景主題</vt:lpstr>
      <vt:lpstr>2024/09/19 Meeting Report</vt:lpstr>
      <vt:lpstr>目前進度</vt:lpstr>
      <vt:lpstr>目前進度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2024/09/19 Meeting Report</dc:title>
  <dc:creator>嘉均 簡</dc:creator>
  <cp:lastModifiedBy>嘉均 簡</cp:lastModifiedBy>
  <cp:revision>4</cp:revision>
  <dcterms:created xsi:type="dcterms:W3CDTF">2024-09-19T05:35:16Z</dcterms:created>
  <dcterms:modified xsi:type="dcterms:W3CDTF">2024-09-19T07:13:54Z</dcterms:modified>
</cp:coreProperties>
</file>