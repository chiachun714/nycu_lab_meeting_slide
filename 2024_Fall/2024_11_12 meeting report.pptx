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308" r:id="rId3"/>
    <p:sldId id="309" r:id="rId4"/>
    <p:sldId id="310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6903F-7F22-49CB-9AF6-CA2657C9018E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3C28E-D081-42BE-BA0B-C4E5F758A9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955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2132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430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438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661884-0620-4990-B5AA-C0F8AFA92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36589FB-C19A-4204-8262-B9302B0B0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26D782-9223-4FD9-884F-F6349259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515C-2BC4-4454-9EBC-18C4C619DEC1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E1F9FC-1A60-4722-A068-710F3CA8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69A00A-6E51-42E6-A5D9-97BE95692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E71-888C-4B80-BB87-6DC21DC4E2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34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5CCA4-7C97-4275-913C-914E1BC96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D0180D-8DEC-404B-B96E-C2C2F59B7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C7C592-3828-4182-B588-16E819D10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515C-2BC4-4454-9EBC-18C4C619DEC1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F98227-0DB1-46BF-A087-2BB70C1B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57CAD5-855C-4B9F-8D5E-5FA27798C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E71-888C-4B80-BB87-6DC21DC4E2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69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676295-7668-4667-AF23-1746DC08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C5AFF6F-F87E-4317-9C71-ADA91C89A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79272D-F2AB-407C-BB8B-B022F878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515C-2BC4-4454-9EBC-18C4C619DEC1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AB7587-948D-4BC3-BBFB-F318F612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D46DBD-D631-493C-B657-CC47D5B5C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E71-888C-4B80-BB87-6DC21DC4E2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252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96579D-8E07-401E-BB66-ABC7F2449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183EB7-5EC5-47E9-B529-B51FD2EB7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EB40F15-079B-484D-929E-6B3968015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B46218-637E-4877-98A1-6045D0A48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515C-2BC4-4454-9EBC-18C4C619DEC1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83DAA8-9E5F-43A1-8C1C-93D5E56F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5C167BC-8940-4A33-B528-1F60613D4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E71-888C-4B80-BB87-6DC21DC4E2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1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5D7E3C-3B26-411C-AE9F-0BD0FF7D9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F808F76-B729-4F1C-892F-0E5328C32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4FB3E4F-4C9C-4E8B-A538-BDE8CD0D0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184C61D-2EEB-419C-A6BF-5161EDCC0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162C96F-B1BC-4575-A069-B3B1DF1DD1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BE3D038-0B91-4CAC-87BB-93EEDB3A6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515C-2BC4-4454-9EBC-18C4C619DEC1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AB6A2D3-6293-473E-BDF7-9BBD00803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3EF6974-5C96-4F46-821F-90ABCB45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E71-888C-4B80-BB87-6DC21DC4E2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9021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778220-FBE6-41EF-84BC-C84B61B38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EDFD192-6F22-41FE-A733-C8C9E50C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515C-2BC4-4454-9EBC-18C4C619DEC1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9B8AF51-E755-4A32-AA2A-BEA1FB08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53D8CF7-D3A1-4C20-91A3-634EF0BAC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E71-888C-4B80-BB87-6DC21DC4E2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98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F473BAD-80EC-43DF-967D-58333EAB2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515C-2BC4-4454-9EBC-18C4C619DEC1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256E843-2370-4CF6-9036-46D89C5E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82B604-604D-4F9A-8751-93097814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E71-888C-4B80-BB87-6DC21DC4E2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59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114D0-477B-466A-B250-C939D1EC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2E91F4-1990-4233-99CA-7E28BDE0C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D23356-A7D0-47BF-9CCD-6155173FD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490E497-DCB4-4043-9939-873A7747A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515C-2BC4-4454-9EBC-18C4C619DEC1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465D7EF-D549-46F6-8731-F4592744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15A7CF9-3B9A-4F9D-A613-F549865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E71-888C-4B80-BB87-6DC21DC4E2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619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94DEB-7EA8-49CF-81CE-70504F41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57BF579-0A87-4DFC-AC07-BDCAAAD48A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DE3412-D0AA-4022-912B-8536DA955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298A5B2-8E9B-4979-BA16-27C715A94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515C-2BC4-4454-9EBC-18C4C619DEC1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A57A62-9E4A-41BE-990E-9CE6F643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F68A48C-FC64-4E8A-BE38-63CDBFE4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E71-888C-4B80-BB87-6DC21DC4E2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543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DA85D-24AA-463C-AE05-6F2B4439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671E438-5416-4A06-8CAA-9BE6B24E4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A1CA0E-0A98-4C1F-B6BC-528A7563A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515C-2BC4-4454-9EBC-18C4C619DEC1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3FE335-9957-4078-982D-C34981C9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020A5B-FE49-4610-9CDD-2E0DA38C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E71-888C-4B80-BB87-6DC21DC4E2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26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36A078E-9451-44C2-9747-11633B187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8DB6C3B-23D6-4B3E-AC5F-4E23F418B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97EC62-9696-4BCB-A7C9-140CB2EC2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515C-2BC4-4454-9EBC-18C4C619DEC1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9F0BC8-9E53-4739-B470-A010F3E4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13CDEA-315A-46A5-83B4-12CB0982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E71-888C-4B80-BB87-6DC21DC4E2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0151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39B1FD9-80E4-4DA8-83CB-565A962E0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5F4E087-8C5B-41C3-9DA8-136770A71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81DDEF-9293-4F68-B1CE-CD20F2E92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8515C-2BC4-4454-9EBC-18C4C619DEC1}" type="datetimeFigureOut">
              <a:rPr lang="zh-TW" altLang="en-US" smtClean="0"/>
              <a:t>2024/11/14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618057-7D9B-44F2-AD2E-76F75F9EF6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434377-7B0B-4981-BB99-0BBA0851A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52E71-888C-4B80-BB87-6DC21DC4E2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84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2024/11/12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處理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Data preparation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code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72BC30A-C3AE-41B0-BAFB-82DDA985D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99" y="1231128"/>
            <a:ext cx="998220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8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Time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for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audio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feature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extraction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EDD48E5-D866-41AE-B822-DA8A7874D1E7}"/>
              </a:ext>
            </a:extLst>
          </p:cNvPr>
          <p:cNvSpPr txBox="1">
            <a:spLocks/>
          </p:cNvSpPr>
          <p:nvPr/>
        </p:nvSpPr>
        <p:spPr>
          <a:xfrm>
            <a:off x="555419" y="1400163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Single thread: 100+ hours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Multi thread (8 thread): 20m 44s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09D6AEA-437A-46CB-BAE5-D454D1DAF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901" y="2887389"/>
            <a:ext cx="8994981" cy="324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1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Elmo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pytorch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version problem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EDD48E5-D866-41AE-B822-DA8A7874D1E7}"/>
              </a:ext>
            </a:extLst>
          </p:cNvPr>
          <p:cNvSpPr txBox="1">
            <a:spLocks/>
          </p:cNvSpPr>
          <p:nvPr/>
        </p:nvSpPr>
        <p:spPr>
          <a:xfrm>
            <a:off x="555419" y="1400163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python &gt;= 3.6, </a:t>
            </a:r>
            <a:r>
              <a:rPr lang="en-US" altLang="zh-TW" sz="3200" dirty="0" err="1">
                <a:ea typeface="標楷體" panose="03000509000000000000" pitchFamily="65" charset="-120"/>
              </a:rPr>
              <a:t>pytorch</a:t>
            </a:r>
            <a:r>
              <a:rPr lang="en-US" altLang="zh-TW" sz="3200" dirty="0">
                <a:ea typeface="標楷體" panose="03000509000000000000" pitchFamily="65" charset="-120"/>
              </a:rPr>
              <a:t> = 0.4, </a:t>
            </a:r>
            <a:r>
              <a:rPr lang="en-US" altLang="zh-TW" sz="3200" dirty="0" err="1">
                <a:ea typeface="標楷體" panose="03000509000000000000" pitchFamily="65" charset="-120"/>
              </a:rPr>
              <a:t>cuda</a:t>
            </a:r>
            <a:r>
              <a:rPr lang="en-US" altLang="zh-TW" sz="3200" dirty="0">
                <a:ea typeface="標楷體" panose="03000509000000000000" pitchFamily="65" charset="-120"/>
              </a:rPr>
              <a:t> = 9.0</a:t>
            </a:r>
          </a:p>
          <a:p>
            <a:pPr lvl="1">
              <a:lnSpc>
                <a:spcPct val="100000"/>
              </a:lnSpc>
            </a:pPr>
            <a:r>
              <a:rPr lang="en-US" altLang="zh-TW" sz="2000" dirty="0" err="1">
                <a:ea typeface="標楷體" panose="03000509000000000000" pitchFamily="65" charset="-120"/>
              </a:rPr>
              <a:t>RuntimeError</a:t>
            </a:r>
            <a:r>
              <a:rPr lang="en-US" altLang="zh-TW" sz="2000" dirty="0">
                <a:ea typeface="標楷體" panose="03000509000000000000" pitchFamily="65" charset="-120"/>
              </a:rPr>
              <a:t>: </a:t>
            </a:r>
            <a:r>
              <a:rPr lang="en-US" altLang="zh-TW" sz="2000" dirty="0" err="1">
                <a:ea typeface="標楷體" panose="03000509000000000000" pitchFamily="65" charset="-120"/>
              </a:rPr>
              <a:t>cublas</a:t>
            </a:r>
            <a:r>
              <a:rPr lang="en-US" altLang="zh-TW" sz="2000" dirty="0">
                <a:ea typeface="標楷體" panose="03000509000000000000" pitchFamily="65" charset="-120"/>
              </a:rPr>
              <a:t> runtime error : the GPU program failed to execute at /opt/conda/conda-bld/pytorch_1533672544752/work/aten/src/THC/THCBlas.cu:249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python &gt;= 3.8, </a:t>
            </a:r>
            <a:r>
              <a:rPr lang="en-US" altLang="zh-TW" sz="3200" dirty="0" err="1">
                <a:ea typeface="標楷體" panose="03000509000000000000" pitchFamily="65" charset="-120"/>
              </a:rPr>
              <a:t>pytorch</a:t>
            </a:r>
            <a:r>
              <a:rPr lang="en-US" altLang="zh-TW" sz="3200" dirty="0">
                <a:ea typeface="標楷體" panose="03000509000000000000" pitchFamily="65" charset="-120"/>
              </a:rPr>
              <a:t> = 1.10, </a:t>
            </a:r>
            <a:r>
              <a:rPr lang="en-US" altLang="zh-TW" sz="3200" dirty="0" err="1">
                <a:ea typeface="標楷體" panose="03000509000000000000" pitchFamily="65" charset="-120"/>
              </a:rPr>
              <a:t>cuda</a:t>
            </a:r>
            <a:r>
              <a:rPr lang="en-US" altLang="zh-TW" sz="3200" dirty="0">
                <a:ea typeface="標楷體" panose="03000509000000000000" pitchFamily="65" charset="-120"/>
              </a:rPr>
              <a:t> = 11.3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C30414D-78AC-4ED1-95F5-97EBE77D3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435" y="4323198"/>
            <a:ext cx="90011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90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196</Words>
  <Application>Microsoft Office PowerPoint</Application>
  <PresentationFormat>寬螢幕</PresentationFormat>
  <Paragraphs>46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-apple-system</vt:lpstr>
      <vt:lpstr>Arial</vt:lpstr>
      <vt:lpstr>Calibri</vt:lpstr>
      <vt:lpstr>Calibri Light</vt:lpstr>
      <vt:lpstr>Office 佈景主題</vt:lpstr>
      <vt:lpstr>2024/11/12 Meeting Report</vt:lpstr>
      <vt:lpstr>處理 Data preparation 的 code</vt:lpstr>
      <vt:lpstr>Time for audio feature extraction</vt:lpstr>
      <vt:lpstr>Elmo pytorch version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2024/11/12 Meeting Report</dc:title>
  <dc:creator>嘉均 簡</dc:creator>
  <cp:lastModifiedBy>嘉均 簡</cp:lastModifiedBy>
  <cp:revision>8</cp:revision>
  <dcterms:created xsi:type="dcterms:W3CDTF">2024-11-12T07:30:17Z</dcterms:created>
  <dcterms:modified xsi:type="dcterms:W3CDTF">2024-11-14T06:13:25Z</dcterms:modified>
</cp:coreProperties>
</file>