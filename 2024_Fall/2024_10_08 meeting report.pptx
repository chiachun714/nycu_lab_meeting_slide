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95" r:id="rId3"/>
    <p:sldId id="296" r:id="rId4"/>
    <p:sldId id="297" r:id="rId5"/>
    <p:sldId id="298" r:id="rId6"/>
    <p:sldId id="299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A72FD-0510-43D5-B833-51F7FC191672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93CD8-16E6-4391-8559-B2990D6F34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40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8553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2608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804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151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89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132AF0-5A41-4576-A2F6-8F447F59D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12248A6-1EBB-47A4-9636-919B4219A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21A973-4A0B-4827-A4AC-4CCE657B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F396D7-78BB-4173-90B0-D6EDD6C1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39BB72-B4F6-45C3-A969-16A69A83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363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C299BD-4905-4583-B5EC-C688282AD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FC955B-18B8-4AF3-B68E-FE363D270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11E6937-E6B6-45E8-B334-7B6A49ED5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A8CF57-2FEA-4633-9B3C-B1DCE79EB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91388B-4FFB-40F7-9C3D-28E8D0E7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6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6F8585-5993-4524-8984-F4425DF22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75D66C-A828-4621-965F-E461F58C2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317A53-E02A-4E08-B37E-4EB1D442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ABC80E-F475-49AB-B05E-74F42B1E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202C86-B7E1-47C2-A2D3-FDF42DD93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6462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76DD4-2201-4368-AC17-824C50E6A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36338C-AB38-4FC2-8B6D-786B7561B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A9C253-B866-412F-A3DC-DD39CB4D1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980EBF-BCB0-421E-B9B3-F6DC2A50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2039E5-2699-4A4B-A95B-7699BC8C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A9EBA8-9ADA-4AF4-AB4C-ED1F95B0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899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403591-F9E6-4AA3-AE8E-D7DBEDB6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B9325B-E090-4FC1-A759-279C62D10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442FC38-A327-4651-918C-C29AAC1FF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C5AA1DF-9B81-4C77-B744-019054CDF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888EF36-0DFF-46E3-A77F-E29C8F63F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C8A21A8-987E-4477-9052-A523CA9C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67C3540-00B9-46FA-9359-06D2E2FA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E4A88D3-574A-4D15-9BAF-871CE82F0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515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CB138A-1A57-4B6C-B194-F72D3FAC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D454EC3-EE9B-47A0-A242-429A37D2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2EF5127-A4F6-4D41-B318-46D07D94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1D0BBE-46CA-4401-A510-B7BD8110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1122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FD01021-97C3-4682-8532-9B6CD049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0E7D57-BEAA-4018-B049-04A0B95B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03267-CB9D-425A-AEA7-5ABF1D09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809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51918-447C-4426-9EF5-5B3FF223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717DBB-D967-484C-8673-421AE1C1A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DB00CCA-1B08-4E7E-8211-49DB8F2C6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D5237E-FFE4-4197-BA90-997AEAF9F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61C78C-1C91-40EE-88F9-E60465BB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D14E5F-CDA5-4FF7-AECE-E51ECA1E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35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AB2C16-E925-4AFB-B4EB-02E15A63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AC72E08-759A-4063-93EF-BD4BF5F36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650AE0-0D0D-4C39-A824-CF49E6FEF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596EDD-CC53-4E6A-B446-BBE02D5B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FE5E14-31ED-481B-B329-B5D61087B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E5A834-20AF-42B3-93C6-F45F51D1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46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843E09-EB02-4E84-8315-38B3C7BF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11ED7A2-DF1E-409C-876A-5E40C29D0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6B7582-A392-4AF4-8BE6-6B5D1A675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BD4497-2805-4FED-9AB0-5FF60927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2D2AE5-ADCA-4FED-8A88-83DD3646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99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029A959-54D3-4C8E-8D02-0339CD31A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BCA42C7-DA18-4D99-AF73-508915732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A2DC67-C4CE-40C6-8533-7E3F43BD1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E1ECE7-C980-41BD-9A74-1A3F5AAA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53C775-4779-41D1-8420-52BF5CCA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21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51103E7-AF43-4EE2-9984-66C2A832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DB9110-5EA2-4ABD-9AC1-17C20488D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6E7D11-DB54-4509-A958-65E6A7ABB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04AEB-4552-4089-8E83-BF0DFC0C8F35}" type="datetimeFigureOut">
              <a:rPr lang="zh-TW" altLang="en-US" smtClean="0"/>
              <a:t>2024/10/8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061784-3186-4419-8327-647B47944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D0164D-F5EC-47D9-92F6-2CDBCFEE2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FB095-D94B-475E-B0C8-22777EC37D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738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ai/whisp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oud.google.com/speech-to-text/docs/sync-recognize" TargetMode="External"/><Relationship Id="rId4" Type="http://schemas.openxmlformats.org/officeDocument/2006/relationships/hyperlink" Target="https://azure.microsoft.com/en-us/pricing/details/cognitive-services/speech-services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2024/10/08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研究規劃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B968AB2-95CB-4E6B-BA62-4B98275EA298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ASR (Automatic Speech Recognition) </a:t>
            </a:r>
            <a:r>
              <a:rPr lang="zh-TW" altLang="en-US" sz="2400" dirty="0">
                <a:ea typeface="標楷體" panose="03000509000000000000" pitchFamily="65" charset="-120"/>
              </a:rPr>
              <a:t>模型取代 </a:t>
            </a:r>
            <a:r>
              <a:rPr lang="en-US" altLang="zh-TW" sz="2400" dirty="0">
                <a:ea typeface="標楷體" panose="03000509000000000000" pitchFamily="65" charset="-120"/>
              </a:rPr>
              <a:t>human-labeled transcription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audio embedded model </a:t>
            </a:r>
            <a:r>
              <a:rPr lang="zh-TW" altLang="en-US" sz="2400" dirty="0">
                <a:ea typeface="標楷體" panose="03000509000000000000" pitchFamily="65" charset="-120"/>
              </a:rPr>
              <a:t>取代 </a:t>
            </a:r>
            <a:r>
              <a:rPr lang="en-US" altLang="zh-TW" sz="2400" dirty="0">
                <a:ea typeface="標楷體" panose="03000509000000000000" pitchFamily="65" charset="-120"/>
              </a:rPr>
              <a:t>text feature model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59CCB0-94F0-4AF7-892E-9F0971BB1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229" y="4306655"/>
            <a:ext cx="8696325" cy="246326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F311A75-7CB9-487F-98F9-33615C77C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759" y="2198238"/>
            <a:ext cx="7784986" cy="198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2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研究規劃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B968AB2-95CB-4E6B-BA62-4B98275EA298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ASR (Automatic Speech Recognition) </a:t>
            </a:r>
            <a:r>
              <a:rPr lang="zh-TW" altLang="en-US" sz="2400" dirty="0">
                <a:ea typeface="標楷體" panose="03000509000000000000" pitchFamily="65" charset="-120"/>
              </a:rPr>
              <a:t>模型取代 </a:t>
            </a:r>
            <a:r>
              <a:rPr lang="en-US" altLang="zh-TW" sz="2400" dirty="0">
                <a:ea typeface="標楷體" panose="03000509000000000000" pitchFamily="65" charset="-120"/>
              </a:rPr>
              <a:t>human-labeled transcription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audio embedded model </a:t>
            </a:r>
            <a:r>
              <a:rPr lang="zh-TW" altLang="en-US" sz="2400" dirty="0">
                <a:ea typeface="標楷體" panose="03000509000000000000" pitchFamily="65" charset="-120"/>
              </a:rPr>
              <a:t>取代 </a:t>
            </a:r>
            <a:r>
              <a:rPr lang="en-US" altLang="zh-TW" sz="2400" dirty="0">
                <a:ea typeface="標楷體" panose="03000509000000000000" pitchFamily="65" charset="-120"/>
              </a:rPr>
              <a:t>text feature model 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F311A75-7CB9-487F-98F9-33615C77C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759" y="2198238"/>
            <a:ext cx="7784986" cy="198835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B6E075A-ABB1-4E28-9E23-3E04A29DD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505" y="4544067"/>
            <a:ext cx="7784986" cy="175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9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研究規劃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要用哪種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Multimodal model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B968AB2-95CB-4E6B-BA62-4B98275EA298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2022 - Automatic Depression Detection: a GRU/ </a:t>
            </a:r>
            <a:r>
              <a:rPr lang="en-US" altLang="zh-TW" sz="2400" dirty="0" err="1">
                <a:ea typeface="標楷體" panose="03000509000000000000" pitchFamily="65" charset="-120"/>
              </a:rPr>
              <a:t>BiLSTM</a:t>
            </a:r>
            <a:r>
              <a:rPr lang="en-US" altLang="zh-TW" sz="2400" dirty="0">
                <a:ea typeface="標楷體" panose="03000509000000000000" pitchFamily="65" charset="-120"/>
              </a:rPr>
              <a:t>-based Model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8B619A0-DFCE-47CB-A16A-7D861B301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00" y="1583949"/>
            <a:ext cx="11434196" cy="524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80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研究規劃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要用哪個</a:t>
            </a:r>
            <a:r>
              <a:rPr lang="en-US" altLang="zh-TW" sz="3200" dirty="0">
                <a:ea typeface="標楷體" panose="03000509000000000000" pitchFamily="65" charset="-120"/>
              </a:rPr>
              <a:t> Speech Recognition Model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B968AB2-95CB-4E6B-BA62-4B98275EA298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whisper model</a:t>
            </a: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ea typeface="標楷體" panose="03000509000000000000" pitchFamily="65" charset="-120"/>
                <a:hlinkClick r:id="rId3"/>
              </a:rPr>
              <a:t>https://github.com/openai/whisper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Azure Speech to Text service</a:t>
            </a: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免費</a:t>
            </a:r>
            <a:r>
              <a:rPr lang="en-US" altLang="zh-TW" sz="2000" dirty="0">
                <a:ea typeface="標楷體" panose="03000509000000000000" pitchFamily="65" charset="-120"/>
              </a:rPr>
              <a:t>: </a:t>
            </a:r>
            <a:r>
              <a:rPr lang="zh-TW" altLang="en-US" sz="2000" dirty="0">
                <a:ea typeface="標楷體" panose="03000509000000000000" pitchFamily="65" charset="-120"/>
              </a:rPr>
              <a:t>一個月 </a:t>
            </a:r>
            <a:r>
              <a:rPr lang="en-US" altLang="zh-TW" sz="2000" dirty="0">
                <a:ea typeface="標楷體" panose="03000509000000000000" pitchFamily="65" charset="-120"/>
              </a:rPr>
              <a:t>5 </a:t>
            </a:r>
            <a:r>
              <a:rPr lang="zh-TW" altLang="en-US" sz="2000" dirty="0">
                <a:ea typeface="標楷體" panose="03000509000000000000" pitchFamily="65" charset="-120"/>
              </a:rPr>
              <a:t>小時長的音訊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ea typeface="標楷體" panose="03000509000000000000" pitchFamily="65" charset="-120"/>
                <a:hlinkClick r:id="rId4"/>
              </a:rPr>
              <a:t>https://azure.microsoft.com/en-us/pricing/details/cognitive-services/speech-services/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nl-NL" altLang="zh-TW" sz="2400" dirty="0">
                <a:ea typeface="標楷體" panose="03000509000000000000" pitchFamily="65" charset="-120"/>
              </a:rPr>
              <a:t>Google Web API </a:t>
            </a:r>
          </a:p>
          <a:p>
            <a:pPr lvl="1">
              <a:lnSpc>
                <a:spcPct val="100000"/>
              </a:lnSpc>
            </a:pPr>
            <a:r>
              <a:rPr lang="nl-NL" altLang="zh-TW" sz="2000" dirty="0">
                <a:ea typeface="標楷體" panose="03000509000000000000" pitchFamily="65" charset="-120"/>
                <a:hlinkClick r:id="rId5"/>
              </a:rPr>
              <a:t>https://cloud.google.com/speech-to-text/docs/sync-recognize</a:t>
            </a: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006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研究規劃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–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接下來要做的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0E99EB1-444D-4CE7-A0A6-B48F779AD597}"/>
              </a:ext>
            </a:extLst>
          </p:cNvPr>
          <p:cNvSpPr txBox="1">
            <a:spLocks/>
          </p:cNvSpPr>
          <p:nvPr/>
        </p:nvSpPr>
        <p:spPr>
          <a:xfrm>
            <a:off x="555419" y="11036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CFA669E8-E21C-4E1B-A9F8-FA476CD15F2F}"/>
              </a:ext>
            </a:extLst>
          </p:cNvPr>
          <p:cNvSpPr txBox="1">
            <a:spLocks/>
          </p:cNvSpPr>
          <p:nvPr/>
        </p:nvSpPr>
        <p:spPr>
          <a:xfrm>
            <a:off x="707819" y="1256087"/>
            <a:ext cx="11081159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400" dirty="0">
                <a:ea typeface="標楷體" panose="03000509000000000000" pitchFamily="65" charset="-120"/>
              </a:rPr>
              <a:t>再看一些 </a:t>
            </a:r>
            <a:r>
              <a:rPr lang="en-US" altLang="zh-TW" sz="2400" dirty="0">
                <a:ea typeface="標楷體" panose="03000509000000000000" pitchFamily="65" charset="-120"/>
              </a:rPr>
              <a:t>Multi modal </a:t>
            </a:r>
            <a:r>
              <a:rPr lang="zh-TW" altLang="en-US" sz="2400" dirty="0">
                <a:ea typeface="標楷體" panose="03000509000000000000" pitchFamily="65" charset="-120"/>
              </a:rPr>
              <a:t>的 </a:t>
            </a:r>
            <a:r>
              <a:rPr lang="en-US" altLang="zh-TW" sz="2400" dirty="0">
                <a:ea typeface="標楷體" panose="03000509000000000000" pitchFamily="65" charset="-120"/>
              </a:rPr>
              <a:t>papers</a:t>
            </a:r>
            <a:r>
              <a:rPr lang="zh-TW" altLang="en-US" sz="2400" dirty="0"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ea typeface="標楷體" panose="03000509000000000000" pitchFamily="65" charset="-120"/>
              </a:rPr>
              <a:t>(emotion recognition</a:t>
            </a:r>
            <a:r>
              <a:rPr lang="zh-TW" altLang="en-US" sz="2400" dirty="0"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ea typeface="標楷體" panose="03000509000000000000" pitchFamily="65" charset="-120"/>
              </a:rPr>
              <a:t>depression detection)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400" dirty="0">
                <a:ea typeface="標楷體" panose="03000509000000000000" pitchFamily="65" charset="-120"/>
              </a:rPr>
              <a:t>先跑一遍原始的 </a:t>
            </a:r>
            <a:r>
              <a:rPr lang="en-US" altLang="zh-TW" sz="2400" dirty="0">
                <a:ea typeface="標楷體" panose="03000509000000000000" pitchFamily="65" charset="-120"/>
              </a:rPr>
              <a:t>Multi modal depression detection </a:t>
            </a:r>
            <a:r>
              <a:rPr lang="zh-TW" altLang="en-US" sz="2400" dirty="0">
                <a:ea typeface="標楷體" panose="03000509000000000000" pitchFamily="65" charset="-120"/>
              </a:rPr>
              <a:t>實驗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zh-TW" altLang="en-US" sz="2400" dirty="0">
                <a:ea typeface="標楷體" panose="03000509000000000000" pitchFamily="65" charset="-120"/>
              </a:rPr>
              <a:t>用 </a:t>
            </a:r>
            <a:r>
              <a:rPr lang="en-US" altLang="zh-TW" sz="2400" dirty="0">
                <a:ea typeface="標楷體" panose="03000509000000000000" pitchFamily="65" charset="-120"/>
              </a:rPr>
              <a:t>ASR model </a:t>
            </a:r>
            <a:r>
              <a:rPr lang="zh-TW" altLang="en-US" sz="2400" dirty="0">
                <a:ea typeface="標楷體" panose="03000509000000000000" pitchFamily="65" charset="-120"/>
              </a:rPr>
              <a:t>產生的 </a:t>
            </a:r>
            <a:r>
              <a:rPr lang="en-US" altLang="zh-TW" sz="2400" dirty="0">
                <a:ea typeface="標楷體" panose="03000509000000000000" pitchFamily="65" charset="-120"/>
              </a:rPr>
              <a:t>transcription </a:t>
            </a:r>
            <a:r>
              <a:rPr lang="zh-TW" altLang="en-US" sz="2400" dirty="0">
                <a:ea typeface="標楷體" panose="03000509000000000000" pitchFamily="65" charset="-120"/>
              </a:rPr>
              <a:t>跑一遍 </a:t>
            </a:r>
            <a:r>
              <a:rPr lang="en-US" altLang="zh-TW" sz="2400" dirty="0">
                <a:ea typeface="標楷體" panose="03000509000000000000" pitchFamily="65" charset="-120"/>
              </a:rPr>
              <a:t>Multi modal depression detection </a:t>
            </a:r>
            <a:r>
              <a:rPr lang="zh-TW" altLang="en-US" sz="2400" dirty="0">
                <a:ea typeface="標楷體" panose="03000509000000000000" pitchFamily="65" charset="-120"/>
              </a:rPr>
              <a:t>實驗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5762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356</Words>
  <Application>Microsoft Office PowerPoint</Application>
  <PresentationFormat>寬螢幕</PresentationFormat>
  <Paragraphs>78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Office 佈景主題</vt:lpstr>
      <vt:lpstr>2024/10/08 Meeting Report</vt:lpstr>
      <vt:lpstr>研究規劃</vt:lpstr>
      <vt:lpstr>研究規劃</vt:lpstr>
      <vt:lpstr>研究規劃 – 要用哪種 Multimodal model</vt:lpstr>
      <vt:lpstr>研究規劃 – 要用哪個 Speech Recognition Model </vt:lpstr>
      <vt:lpstr>研究規劃 – 接下來要做的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2024/10/08 Meeting Report</dc:title>
  <dc:creator>嘉均 簡</dc:creator>
  <cp:lastModifiedBy>嘉均 簡</cp:lastModifiedBy>
  <cp:revision>6</cp:revision>
  <dcterms:created xsi:type="dcterms:W3CDTF">2024-10-08T06:55:04Z</dcterms:created>
  <dcterms:modified xsi:type="dcterms:W3CDTF">2024-10-08T07:42:43Z</dcterms:modified>
</cp:coreProperties>
</file>